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99" r:id="rId3"/>
    <p:sldId id="300" r:id="rId4"/>
    <p:sldId id="301" r:id="rId5"/>
    <p:sldId id="307" r:id="rId6"/>
    <p:sldId id="302" r:id="rId7"/>
    <p:sldId id="305" r:id="rId8"/>
    <p:sldId id="306" r:id="rId9"/>
    <p:sldId id="304" r:id="rId10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CCCA"/>
    <a:srgbClr val="DDDBEC"/>
    <a:srgbClr val="FFFFFF"/>
    <a:srgbClr val="883A38"/>
    <a:srgbClr val="191972"/>
    <a:srgbClr val="918FB9"/>
    <a:srgbClr val="FBDB0E"/>
    <a:srgbClr val="D5D668"/>
    <a:srgbClr val="064E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C158D9-5068-4C2C-8C5E-B940F5C88D0D}" v="219" dt="2026-01-25T04:36:41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1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1-25T04:36:49.105" v="2035" actId="47"/>
      <pc:docMkLst>
        <pc:docMk/>
      </pc:docMkLst>
      <pc:sldChg chg="modSp mod">
        <pc:chgData name="Jacob Wyngaard" userId="6181fcd471e98458" providerId="LiveId" clId="{788BA123-62C9-4DDC-86E5-A6BCA4600216}" dt="2026-01-25T03:40:48.408" v="12" actId="14100"/>
        <pc:sldMkLst>
          <pc:docMk/>
          <pc:sldMk cId="1116112418" sldId="256"/>
        </pc:sldMkLst>
        <pc:spChg chg="mod">
          <ac:chgData name="Jacob Wyngaard" userId="6181fcd471e98458" providerId="LiveId" clId="{788BA123-62C9-4DDC-86E5-A6BCA4600216}" dt="2026-01-25T03:40:48.408" v="12" actId="14100"/>
          <ac:spMkLst>
            <pc:docMk/>
            <pc:sldMk cId="1116112418" sldId="256"/>
            <ac:spMk id="2" creationId="{671C48F4-EC8B-9D87-E495-936CA1EC5A08}"/>
          </ac:spMkLst>
        </pc:spChg>
      </pc:sldChg>
      <pc:sldChg chg="addSp delSp modSp del mod">
        <pc:chgData name="Jacob Wyngaard" userId="6181fcd471e98458" providerId="LiveId" clId="{788BA123-62C9-4DDC-86E5-A6BCA4600216}" dt="2026-01-25T04:36:49.105" v="2035" actId="47"/>
        <pc:sldMkLst>
          <pc:docMk/>
          <pc:sldMk cId="94943546" sldId="283"/>
        </pc:sldMkLst>
        <pc:spChg chg="add mod">
          <ac:chgData name="Jacob Wyngaard" userId="6181fcd471e98458" providerId="LiveId" clId="{788BA123-62C9-4DDC-86E5-A6BCA4600216}" dt="2026-01-25T03:44:06.519" v="102" actId="20577"/>
          <ac:spMkLst>
            <pc:docMk/>
            <pc:sldMk cId="94943546" sldId="283"/>
            <ac:spMk id="2" creationId="{3000CD1D-0470-C669-A13E-63289CAD2AFD}"/>
          </ac:spMkLst>
        </pc:spChg>
        <pc:spChg chg="del">
          <ac:chgData name="Jacob Wyngaard" userId="6181fcd471e98458" providerId="LiveId" clId="{788BA123-62C9-4DDC-86E5-A6BCA4600216}" dt="2026-01-25T03:41:21.980" v="36" actId="478"/>
          <ac:spMkLst>
            <pc:docMk/>
            <pc:sldMk cId="94943546" sldId="283"/>
            <ac:spMk id="3" creationId="{C04B7A0F-8996-1BFF-A48C-FCCFDB2B68AC}"/>
          </ac:spMkLst>
        </pc:spChg>
        <pc:spChg chg="del">
          <ac:chgData name="Jacob Wyngaard" userId="6181fcd471e98458" providerId="LiveId" clId="{788BA123-62C9-4DDC-86E5-A6BCA4600216}" dt="2026-01-25T03:41:26.139" v="40" actId="478"/>
          <ac:spMkLst>
            <pc:docMk/>
            <pc:sldMk cId="94943546" sldId="283"/>
            <ac:spMk id="4" creationId="{A9CD9224-10B9-86BA-A103-C596643C50C9}"/>
          </ac:spMkLst>
        </pc:spChg>
        <pc:spChg chg="del">
          <ac:chgData name="Jacob Wyngaard" userId="6181fcd471e98458" providerId="LiveId" clId="{788BA123-62C9-4DDC-86E5-A6BCA4600216}" dt="2026-01-25T03:41:27.480" v="41" actId="478"/>
          <ac:spMkLst>
            <pc:docMk/>
            <pc:sldMk cId="94943546" sldId="283"/>
            <ac:spMk id="5" creationId="{6F996C39-93A6-0C77-DC44-4544B6275A81}"/>
          </ac:spMkLst>
        </pc:spChg>
        <pc:spChg chg="del">
          <ac:chgData name="Jacob Wyngaard" userId="6181fcd471e98458" providerId="LiveId" clId="{788BA123-62C9-4DDC-86E5-A6BCA4600216}" dt="2026-01-25T03:41:25.118" v="39" actId="478"/>
          <ac:spMkLst>
            <pc:docMk/>
            <pc:sldMk cId="94943546" sldId="283"/>
            <ac:spMk id="7" creationId="{07111650-3DDE-CDD6-4B4D-30CD863B4B95}"/>
          </ac:spMkLst>
        </pc:spChg>
        <pc:spChg chg="del">
          <ac:chgData name="Jacob Wyngaard" userId="6181fcd471e98458" providerId="LiveId" clId="{788BA123-62C9-4DDC-86E5-A6BCA4600216}" dt="2026-01-25T03:41:23.315" v="38" actId="478"/>
          <ac:spMkLst>
            <pc:docMk/>
            <pc:sldMk cId="94943546" sldId="283"/>
            <ac:spMk id="14" creationId="{22910830-0AB3-36FC-B166-824D315C13CD}"/>
          </ac:spMkLst>
        </pc:spChg>
        <pc:spChg chg="mod">
          <ac:chgData name="Jacob Wyngaard" userId="6181fcd471e98458" providerId="LiveId" clId="{788BA123-62C9-4DDC-86E5-A6BCA4600216}" dt="2026-01-25T03:41:33.540" v="42" actId="1076"/>
          <ac:spMkLst>
            <pc:docMk/>
            <pc:sldMk cId="94943546" sldId="283"/>
            <ac:spMk id="16" creationId="{448A4989-B395-9BD1-551D-8050D2B0A4AB}"/>
          </ac:spMkLst>
        </pc:spChg>
        <pc:spChg chg="mod">
          <ac:chgData name="Jacob Wyngaard" userId="6181fcd471e98458" providerId="LiveId" clId="{788BA123-62C9-4DDC-86E5-A6BCA4600216}" dt="2026-01-25T03:41:33.540" v="42" actId="1076"/>
          <ac:spMkLst>
            <pc:docMk/>
            <pc:sldMk cId="94943546" sldId="283"/>
            <ac:spMk id="17" creationId="{0CCA35C4-2FE7-55DF-A31E-92BEF97EB742}"/>
          </ac:spMkLst>
        </pc:spChg>
        <pc:picChg chg="del">
          <ac:chgData name="Jacob Wyngaard" userId="6181fcd471e98458" providerId="LiveId" clId="{788BA123-62C9-4DDC-86E5-A6BCA4600216}" dt="2026-01-25T03:41:22.632" v="37" actId="478"/>
          <ac:picMkLst>
            <pc:docMk/>
            <pc:sldMk cId="94943546" sldId="283"/>
            <ac:picMk id="12" creationId="{B0C459ED-77B1-EE93-DA21-1BB283B4E6BE}"/>
          </ac:picMkLst>
        </pc:picChg>
        <pc:picChg chg="mod">
          <ac:chgData name="Jacob Wyngaard" userId="6181fcd471e98458" providerId="LiveId" clId="{788BA123-62C9-4DDC-86E5-A6BCA4600216}" dt="2026-01-25T03:44:12.645" v="103" actId="1076"/>
          <ac:picMkLst>
            <pc:docMk/>
            <pc:sldMk cId="94943546" sldId="283"/>
            <ac:picMk id="18" creationId="{6176F774-0CC0-0C68-89A8-F281652255CE}"/>
          </ac:picMkLst>
        </pc:picChg>
      </pc:sldChg>
      <pc:sldChg chg="del">
        <pc:chgData name="Jacob Wyngaard" userId="6181fcd471e98458" providerId="LiveId" clId="{788BA123-62C9-4DDC-86E5-A6BCA4600216}" dt="2026-01-25T04:36:49.105" v="2035" actId="47"/>
        <pc:sldMkLst>
          <pc:docMk/>
          <pc:sldMk cId="2058011450" sldId="291"/>
        </pc:sldMkLst>
      </pc:sldChg>
      <pc:sldChg chg="del">
        <pc:chgData name="Jacob Wyngaard" userId="6181fcd471e98458" providerId="LiveId" clId="{788BA123-62C9-4DDC-86E5-A6BCA4600216}" dt="2026-01-25T04:36:49.105" v="2035" actId="47"/>
        <pc:sldMkLst>
          <pc:docMk/>
          <pc:sldMk cId="49867627" sldId="292"/>
        </pc:sldMkLst>
      </pc:sldChg>
      <pc:sldChg chg="del">
        <pc:chgData name="Jacob Wyngaard" userId="6181fcd471e98458" providerId="LiveId" clId="{788BA123-62C9-4DDC-86E5-A6BCA4600216}" dt="2026-01-25T04:36:49.105" v="2035" actId="47"/>
        <pc:sldMkLst>
          <pc:docMk/>
          <pc:sldMk cId="665760977" sldId="294"/>
        </pc:sldMkLst>
      </pc:sldChg>
      <pc:sldChg chg="del">
        <pc:chgData name="Jacob Wyngaard" userId="6181fcd471e98458" providerId="LiveId" clId="{788BA123-62C9-4DDC-86E5-A6BCA4600216}" dt="2026-01-25T04:36:49.105" v="2035" actId="47"/>
        <pc:sldMkLst>
          <pc:docMk/>
          <pc:sldMk cId="278408172" sldId="295"/>
        </pc:sldMkLst>
      </pc:sldChg>
      <pc:sldChg chg="del">
        <pc:chgData name="Jacob Wyngaard" userId="6181fcd471e98458" providerId="LiveId" clId="{788BA123-62C9-4DDC-86E5-A6BCA4600216}" dt="2026-01-25T04:36:49.105" v="2035" actId="47"/>
        <pc:sldMkLst>
          <pc:docMk/>
          <pc:sldMk cId="3374328493" sldId="296"/>
        </pc:sldMkLst>
      </pc:sldChg>
      <pc:sldChg chg="del">
        <pc:chgData name="Jacob Wyngaard" userId="6181fcd471e98458" providerId="LiveId" clId="{788BA123-62C9-4DDC-86E5-A6BCA4600216}" dt="2026-01-25T04:36:49.105" v="2035" actId="47"/>
        <pc:sldMkLst>
          <pc:docMk/>
          <pc:sldMk cId="473844389" sldId="297"/>
        </pc:sldMkLst>
      </pc:sldChg>
      <pc:sldChg chg="del">
        <pc:chgData name="Jacob Wyngaard" userId="6181fcd471e98458" providerId="LiveId" clId="{788BA123-62C9-4DDC-86E5-A6BCA4600216}" dt="2026-01-25T04:36:49.105" v="2035" actId="47"/>
        <pc:sldMkLst>
          <pc:docMk/>
          <pc:sldMk cId="3253152439" sldId="298"/>
        </pc:sldMkLst>
      </pc:sldChg>
      <pc:sldChg chg="addSp delSp modSp add mod ord">
        <pc:chgData name="Jacob Wyngaard" userId="6181fcd471e98458" providerId="LiveId" clId="{788BA123-62C9-4DDC-86E5-A6BCA4600216}" dt="2026-01-25T03:57:34.918" v="528" actId="14100"/>
        <pc:sldMkLst>
          <pc:docMk/>
          <pc:sldMk cId="777415364" sldId="299"/>
        </pc:sldMkLst>
        <pc:spChg chg="mod">
          <ac:chgData name="Jacob Wyngaard" userId="6181fcd471e98458" providerId="LiveId" clId="{788BA123-62C9-4DDC-86E5-A6BCA4600216}" dt="2026-01-25T03:52:12.519" v="326" actId="1076"/>
          <ac:spMkLst>
            <pc:docMk/>
            <pc:sldMk cId="777415364" sldId="299"/>
            <ac:spMk id="2" creationId="{C6513910-005D-7375-AD8F-1E735AAB1C84}"/>
          </ac:spMkLst>
        </pc:spChg>
        <pc:spChg chg="mod">
          <ac:chgData name="Jacob Wyngaard" userId="6181fcd471e98458" providerId="LiveId" clId="{788BA123-62C9-4DDC-86E5-A6BCA4600216}" dt="2026-01-25T03:47:29.767" v="254" actId="1076"/>
          <ac:spMkLst>
            <pc:docMk/>
            <pc:sldMk cId="777415364" sldId="299"/>
            <ac:spMk id="16" creationId="{87FDF21E-A976-5012-4EB3-703E2E580565}"/>
          </ac:spMkLst>
        </pc:spChg>
        <pc:spChg chg="mod">
          <ac:chgData name="Jacob Wyngaard" userId="6181fcd471e98458" providerId="LiveId" clId="{788BA123-62C9-4DDC-86E5-A6BCA4600216}" dt="2026-01-25T03:52:15.785" v="327" actId="1076"/>
          <ac:spMkLst>
            <pc:docMk/>
            <pc:sldMk cId="777415364" sldId="299"/>
            <ac:spMk id="17" creationId="{13491DBE-8981-CF8C-31AF-A205CAD74EB5}"/>
          </ac:spMkLst>
        </pc:spChg>
        <pc:spChg chg="add del">
          <ac:chgData name="Jacob Wyngaard" userId="6181fcd471e98458" providerId="LiveId" clId="{788BA123-62C9-4DDC-86E5-A6BCA4600216}" dt="2026-01-25T03:49:59.676" v="290" actId="478"/>
          <ac:spMkLst>
            <pc:docMk/>
            <pc:sldMk cId="777415364" sldId="299"/>
            <ac:spMk id="22" creationId="{2F52A7F4-EB74-0E8B-9862-1522D4FE063E}"/>
          </ac:spMkLst>
        </pc:spChg>
        <pc:spChg chg="add mod">
          <ac:chgData name="Jacob Wyngaard" userId="6181fcd471e98458" providerId="LiveId" clId="{788BA123-62C9-4DDC-86E5-A6BCA4600216}" dt="2026-01-25T03:50:34.402" v="302" actId="1035"/>
          <ac:spMkLst>
            <pc:docMk/>
            <pc:sldMk cId="777415364" sldId="299"/>
            <ac:spMk id="23" creationId="{A66B34D9-AD77-57E9-6675-B2EE2CA6D7BE}"/>
          </ac:spMkLst>
        </pc:spChg>
        <pc:spChg chg="add mod">
          <ac:chgData name="Jacob Wyngaard" userId="6181fcd471e98458" providerId="LiveId" clId="{788BA123-62C9-4DDC-86E5-A6BCA4600216}" dt="2026-01-25T03:51:00.846" v="305" actId="1076"/>
          <ac:spMkLst>
            <pc:docMk/>
            <pc:sldMk cId="777415364" sldId="299"/>
            <ac:spMk id="24" creationId="{1ACB0775-9D46-E3AB-41DA-41EBC4EC8DBD}"/>
          </ac:spMkLst>
        </pc:spChg>
        <pc:spChg chg="add mod">
          <ac:chgData name="Jacob Wyngaard" userId="6181fcd471e98458" providerId="LiveId" clId="{788BA123-62C9-4DDC-86E5-A6BCA4600216}" dt="2026-01-25T03:51:05.954" v="306" actId="1076"/>
          <ac:spMkLst>
            <pc:docMk/>
            <pc:sldMk cId="777415364" sldId="299"/>
            <ac:spMk id="25" creationId="{3D9F4CB9-695B-36A8-1FF1-1131D1FBF97C}"/>
          </ac:spMkLst>
        </pc:spChg>
        <pc:spChg chg="add mod">
          <ac:chgData name="Jacob Wyngaard" userId="6181fcd471e98458" providerId="LiveId" clId="{788BA123-62C9-4DDC-86E5-A6BCA4600216}" dt="2026-01-25T03:51:46.090" v="315" actId="1076"/>
          <ac:spMkLst>
            <pc:docMk/>
            <pc:sldMk cId="777415364" sldId="299"/>
            <ac:spMk id="26" creationId="{45ABEA0A-4D8E-88AB-6413-80008FD5E945}"/>
          </ac:spMkLst>
        </pc:spChg>
        <pc:spChg chg="add mod">
          <ac:chgData name="Jacob Wyngaard" userId="6181fcd471e98458" providerId="LiveId" clId="{788BA123-62C9-4DDC-86E5-A6BCA4600216}" dt="2026-01-25T03:53:14.508" v="379"/>
          <ac:spMkLst>
            <pc:docMk/>
            <pc:sldMk cId="777415364" sldId="299"/>
            <ac:spMk id="27" creationId="{48F59F34-E1C5-E90B-C0C4-7D4DAD5E9A63}"/>
          </ac:spMkLst>
        </pc:spChg>
        <pc:spChg chg="add mod">
          <ac:chgData name="Jacob Wyngaard" userId="6181fcd471e98458" providerId="LiveId" clId="{788BA123-62C9-4DDC-86E5-A6BCA4600216}" dt="2026-01-25T03:53:42.355" v="399" actId="20577"/>
          <ac:spMkLst>
            <pc:docMk/>
            <pc:sldMk cId="777415364" sldId="299"/>
            <ac:spMk id="29" creationId="{F5145550-7E43-6585-27D0-4EFC33A04E9A}"/>
          </ac:spMkLst>
        </pc:spChg>
        <pc:spChg chg="add mod">
          <ac:chgData name="Jacob Wyngaard" userId="6181fcd471e98458" providerId="LiveId" clId="{788BA123-62C9-4DDC-86E5-A6BCA4600216}" dt="2026-01-25T03:53:47.189" v="401" actId="20577"/>
          <ac:spMkLst>
            <pc:docMk/>
            <pc:sldMk cId="777415364" sldId="299"/>
            <ac:spMk id="30" creationId="{07A4A2DF-ED86-62CC-F774-01782316D8EA}"/>
          </ac:spMkLst>
        </pc:spChg>
        <pc:spChg chg="add mod">
          <ac:chgData name="Jacob Wyngaard" userId="6181fcd471e98458" providerId="LiveId" clId="{788BA123-62C9-4DDC-86E5-A6BCA4600216}" dt="2026-01-25T03:54:42.562" v="413" actId="1076"/>
          <ac:spMkLst>
            <pc:docMk/>
            <pc:sldMk cId="777415364" sldId="299"/>
            <ac:spMk id="34" creationId="{FF0F3383-BC44-C999-354B-8546D276157B}"/>
          </ac:spMkLst>
        </pc:spChg>
        <pc:spChg chg="add del">
          <ac:chgData name="Jacob Wyngaard" userId="6181fcd471e98458" providerId="LiveId" clId="{788BA123-62C9-4DDC-86E5-A6BCA4600216}" dt="2026-01-25T03:56:30.844" v="516" actId="478"/>
          <ac:spMkLst>
            <pc:docMk/>
            <pc:sldMk cId="777415364" sldId="299"/>
            <ac:spMk id="35" creationId="{5EEA868E-F738-4DE3-D147-C3DA8EAF9D44}"/>
          </ac:spMkLst>
        </pc:spChg>
        <pc:spChg chg="add del mod">
          <ac:chgData name="Jacob Wyngaard" userId="6181fcd471e98458" providerId="LiveId" clId="{788BA123-62C9-4DDC-86E5-A6BCA4600216}" dt="2026-01-25T03:56:44.126" v="519" actId="478"/>
          <ac:spMkLst>
            <pc:docMk/>
            <pc:sldMk cId="777415364" sldId="299"/>
            <ac:spMk id="36" creationId="{411A0F32-345E-B870-18F1-6F73111F26AE}"/>
          </ac:spMkLst>
        </pc:spChg>
        <pc:spChg chg="add del mod">
          <ac:chgData name="Jacob Wyngaard" userId="6181fcd471e98458" providerId="LiveId" clId="{788BA123-62C9-4DDC-86E5-A6BCA4600216}" dt="2026-01-25T03:57:08.605" v="522" actId="478"/>
          <ac:spMkLst>
            <pc:docMk/>
            <pc:sldMk cId="777415364" sldId="299"/>
            <ac:spMk id="37" creationId="{58D14B83-045D-9339-18CC-178BC61CB69B}"/>
          </ac:spMkLst>
        </pc:spChg>
        <pc:spChg chg="add">
          <ac:chgData name="Jacob Wyngaard" userId="6181fcd471e98458" providerId="LiveId" clId="{788BA123-62C9-4DDC-86E5-A6BCA4600216}" dt="2026-01-25T03:57:15.470" v="523" actId="11529"/>
          <ac:spMkLst>
            <pc:docMk/>
            <pc:sldMk cId="777415364" sldId="299"/>
            <ac:spMk id="38" creationId="{444F008C-2CB6-4CB4-5563-0EF8B99FE282}"/>
          </ac:spMkLst>
        </pc:spChg>
        <pc:picChg chg="add mod">
          <ac:chgData name="Jacob Wyngaard" userId="6181fcd471e98458" providerId="LiveId" clId="{788BA123-62C9-4DDC-86E5-A6BCA4600216}" dt="2026-01-25T03:48:40.718" v="266" actId="1076"/>
          <ac:picMkLst>
            <pc:docMk/>
            <pc:sldMk cId="777415364" sldId="299"/>
            <ac:picMk id="3" creationId="{6C31FEEB-DEFF-639B-49FE-A9226892625D}"/>
          </ac:picMkLst>
        </pc:picChg>
        <pc:picChg chg="del">
          <ac:chgData name="Jacob Wyngaard" userId="6181fcd471e98458" providerId="LiveId" clId="{788BA123-62C9-4DDC-86E5-A6BCA4600216}" dt="2026-01-25T03:46:35.622" v="155" actId="478"/>
          <ac:picMkLst>
            <pc:docMk/>
            <pc:sldMk cId="777415364" sldId="299"/>
            <ac:picMk id="18" creationId="{8A6E91C3-BBEC-AD4C-880D-AFF03C2C952E}"/>
          </ac:picMkLst>
        </pc:picChg>
        <pc:cxnChg chg="add mod">
          <ac:chgData name="Jacob Wyngaard" userId="6181fcd471e98458" providerId="LiveId" clId="{788BA123-62C9-4DDC-86E5-A6BCA4600216}" dt="2026-01-25T03:48:44.151" v="267" actId="1076"/>
          <ac:cxnSpMkLst>
            <pc:docMk/>
            <pc:sldMk cId="777415364" sldId="299"/>
            <ac:cxnSpMk id="5" creationId="{5439FB2E-1036-A4C1-9F39-EE93AA5F165F}"/>
          </ac:cxnSpMkLst>
        </pc:cxnChg>
        <pc:cxnChg chg="add mod">
          <ac:chgData name="Jacob Wyngaard" userId="6181fcd471e98458" providerId="LiveId" clId="{788BA123-62C9-4DDC-86E5-A6BCA4600216}" dt="2026-01-25T03:49:04.682" v="275" actId="14100"/>
          <ac:cxnSpMkLst>
            <pc:docMk/>
            <pc:sldMk cId="777415364" sldId="299"/>
            <ac:cxnSpMk id="10" creationId="{53553AF3-B38C-8DA4-9398-15B3D4742D48}"/>
          </ac:cxnSpMkLst>
        </pc:cxnChg>
        <pc:cxnChg chg="add mod">
          <ac:chgData name="Jacob Wyngaard" userId="6181fcd471e98458" providerId="LiveId" clId="{788BA123-62C9-4DDC-86E5-A6BCA4600216}" dt="2026-01-25T03:49:16.962" v="279" actId="208"/>
          <ac:cxnSpMkLst>
            <pc:docMk/>
            <pc:sldMk cId="777415364" sldId="299"/>
            <ac:cxnSpMk id="14" creationId="{32430161-0B2F-2ECD-D310-3ACC57788CDB}"/>
          </ac:cxnSpMkLst>
        </pc:cxnChg>
        <pc:cxnChg chg="add mod">
          <ac:chgData name="Jacob Wyngaard" userId="6181fcd471e98458" providerId="LiveId" clId="{788BA123-62C9-4DDC-86E5-A6BCA4600216}" dt="2026-01-25T03:49:36.209" v="288" actId="1035"/>
          <ac:cxnSpMkLst>
            <pc:docMk/>
            <pc:sldMk cId="777415364" sldId="299"/>
            <ac:cxnSpMk id="15" creationId="{47D1BE66-7EFB-9B7F-EC18-14553CA98249}"/>
          </ac:cxnSpMkLst>
        </pc:cxnChg>
        <pc:cxnChg chg="add mod">
          <ac:chgData name="Jacob Wyngaard" userId="6181fcd471e98458" providerId="LiveId" clId="{788BA123-62C9-4DDC-86E5-A6BCA4600216}" dt="2026-01-25T03:53:37.689" v="397" actId="1037"/>
          <ac:cxnSpMkLst>
            <pc:docMk/>
            <pc:sldMk cId="777415364" sldId="299"/>
            <ac:cxnSpMk id="28" creationId="{7DA4454E-6416-E3FD-D97E-F6E014DC6D1E}"/>
          </ac:cxnSpMkLst>
        </pc:cxnChg>
        <pc:cxnChg chg="add mod">
          <ac:chgData name="Jacob Wyngaard" userId="6181fcd471e98458" providerId="LiveId" clId="{788BA123-62C9-4DDC-86E5-A6BCA4600216}" dt="2026-01-25T03:53:32.123" v="381" actId="1076"/>
          <ac:cxnSpMkLst>
            <pc:docMk/>
            <pc:sldMk cId="777415364" sldId="299"/>
            <ac:cxnSpMk id="31" creationId="{25B2A8CF-15EB-40E1-B82D-D254A4A47338}"/>
          </ac:cxnSpMkLst>
        </pc:cxnChg>
        <pc:cxnChg chg="add mod">
          <ac:chgData name="Jacob Wyngaard" userId="6181fcd471e98458" providerId="LiveId" clId="{788BA123-62C9-4DDC-86E5-A6BCA4600216}" dt="2026-01-25T03:54:01.452" v="405" actId="1582"/>
          <ac:cxnSpMkLst>
            <pc:docMk/>
            <pc:sldMk cId="777415364" sldId="299"/>
            <ac:cxnSpMk id="33" creationId="{9CE0C2F9-4EFE-D703-96A0-BACACC4562B8}"/>
          </ac:cxnSpMkLst>
        </pc:cxnChg>
        <pc:cxnChg chg="add mod">
          <ac:chgData name="Jacob Wyngaard" userId="6181fcd471e98458" providerId="LiveId" clId="{788BA123-62C9-4DDC-86E5-A6BCA4600216}" dt="2026-01-25T03:57:34.918" v="528" actId="14100"/>
          <ac:cxnSpMkLst>
            <pc:docMk/>
            <pc:sldMk cId="777415364" sldId="299"/>
            <ac:cxnSpMk id="40" creationId="{FF16506F-601A-6F1F-1B25-5C117E8AB252}"/>
          </ac:cxnSpMkLst>
        </pc:cxnChg>
      </pc:sldChg>
      <pc:sldChg chg="addSp delSp modSp add mod">
        <pc:chgData name="Jacob Wyngaard" userId="6181fcd471e98458" providerId="LiveId" clId="{788BA123-62C9-4DDC-86E5-A6BCA4600216}" dt="2026-01-25T03:55:51.734" v="514" actId="113"/>
        <pc:sldMkLst>
          <pc:docMk/>
          <pc:sldMk cId="2421383123" sldId="300"/>
        </pc:sldMkLst>
        <pc:spChg chg="del">
          <ac:chgData name="Jacob Wyngaard" userId="6181fcd471e98458" providerId="LiveId" clId="{788BA123-62C9-4DDC-86E5-A6BCA4600216}" dt="2026-01-25T03:55:13.990" v="479" actId="478"/>
          <ac:spMkLst>
            <pc:docMk/>
            <pc:sldMk cId="2421383123" sldId="300"/>
            <ac:spMk id="2" creationId="{0B05DDE6-36C0-FABD-2932-4DA35CF62670}"/>
          </ac:spMkLst>
        </pc:spChg>
        <pc:spChg chg="add mod">
          <ac:chgData name="Jacob Wyngaard" userId="6181fcd471e98458" providerId="LiveId" clId="{788BA123-62C9-4DDC-86E5-A6BCA4600216}" dt="2026-01-25T03:55:51.734" v="514" actId="113"/>
          <ac:spMkLst>
            <pc:docMk/>
            <pc:sldMk cId="2421383123" sldId="300"/>
            <ac:spMk id="7" creationId="{7A0D4357-74D3-4850-E575-93E100C65A18}"/>
          </ac:spMkLst>
        </pc:spChg>
        <pc:spChg chg="mod">
          <ac:chgData name="Jacob Wyngaard" userId="6181fcd471e98458" providerId="LiveId" clId="{788BA123-62C9-4DDC-86E5-A6BCA4600216}" dt="2026-01-25T03:52:54.562" v="378" actId="1076"/>
          <ac:spMkLst>
            <pc:docMk/>
            <pc:sldMk cId="2421383123" sldId="300"/>
            <ac:spMk id="9" creationId="{081C8793-5341-E221-6D5F-9AFAE28D29CA}"/>
          </ac:spMkLst>
        </pc:spChg>
        <pc:spChg chg="mod">
          <ac:chgData name="Jacob Wyngaard" userId="6181fcd471e98458" providerId="LiveId" clId="{788BA123-62C9-4DDC-86E5-A6BCA4600216}" dt="2026-01-25T03:55:02.592" v="471" actId="313"/>
          <ac:spMkLst>
            <pc:docMk/>
            <pc:sldMk cId="2421383123" sldId="300"/>
            <ac:spMk id="16" creationId="{07502C0F-BD90-0750-CF5C-2613D5D220C4}"/>
          </ac:spMkLst>
        </pc:spChg>
        <pc:spChg chg="del mod">
          <ac:chgData name="Jacob Wyngaard" userId="6181fcd471e98458" providerId="LiveId" clId="{788BA123-62C9-4DDC-86E5-A6BCA4600216}" dt="2026-01-25T03:55:15.476" v="481" actId="478"/>
          <ac:spMkLst>
            <pc:docMk/>
            <pc:sldMk cId="2421383123" sldId="300"/>
            <ac:spMk id="17" creationId="{D58A76D0-2BE3-E7D4-76E2-35880995FD8A}"/>
          </ac:spMkLst>
        </pc:spChg>
        <pc:spChg chg="del">
          <ac:chgData name="Jacob Wyngaard" userId="6181fcd471e98458" providerId="LiveId" clId="{788BA123-62C9-4DDC-86E5-A6BCA4600216}" dt="2026-01-25T03:55:05.200" v="473" actId="478"/>
          <ac:spMkLst>
            <pc:docMk/>
            <pc:sldMk cId="2421383123" sldId="300"/>
            <ac:spMk id="23" creationId="{393E1713-7E30-36AC-49B1-8B2893368EE2}"/>
          </ac:spMkLst>
        </pc:spChg>
        <pc:spChg chg="del">
          <ac:chgData name="Jacob Wyngaard" userId="6181fcd471e98458" providerId="LiveId" clId="{788BA123-62C9-4DDC-86E5-A6BCA4600216}" dt="2026-01-25T03:55:17.323" v="483" actId="478"/>
          <ac:spMkLst>
            <pc:docMk/>
            <pc:sldMk cId="2421383123" sldId="300"/>
            <ac:spMk id="24" creationId="{A58722A2-524F-B096-C4D3-DAFBF70943BC}"/>
          </ac:spMkLst>
        </pc:spChg>
        <pc:spChg chg="del">
          <ac:chgData name="Jacob Wyngaard" userId="6181fcd471e98458" providerId="LiveId" clId="{788BA123-62C9-4DDC-86E5-A6BCA4600216}" dt="2026-01-25T03:55:12.707" v="478" actId="478"/>
          <ac:spMkLst>
            <pc:docMk/>
            <pc:sldMk cId="2421383123" sldId="300"/>
            <ac:spMk id="25" creationId="{214581D1-2EFE-D7B5-BF2D-8DB26106914B}"/>
          </ac:spMkLst>
        </pc:spChg>
        <pc:spChg chg="del">
          <ac:chgData name="Jacob Wyngaard" userId="6181fcd471e98458" providerId="LiveId" clId="{788BA123-62C9-4DDC-86E5-A6BCA4600216}" dt="2026-01-25T03:55:09.557" v="475" actId="478"/>
          <ac:spMkLst>
            <pc:docMk/>
            <pc:sldMk cId="2421383123" sldId="300"/>
            <ac:spMk id="26" creationId="{AAD8125D-8DD8-4D46-FDD4-BA24A7D2A4B1}"/>
          </ac:spMkLst>
        </pc:spChg>
        <pc:spChg chg="del">
          <ac:chgData name="Jacob Wyngaard" userId="6181fcd471e98458" providerId="LiveId" clId="{788BA123-62C9-4DDC-86E5-A6BCA4600216}" dt="2026-01-25T03:55:16.140" v="482" actId="478"/>
          <ac:spMkLst>
            <pc:docMk/>
            <pc:sldMk cId="2421383123" sldId="300"/>
            <ac:spMk id="27" creationId="{F6576442-CD9F-05DC-0113-CE17C157E059}"/>
          </ac:spMkLst>
        </pc:spChg>
        <pc:picChg chg="del">
          <ac:chgData name="Jacob Wyngaard" userId="6181fcd471e98458" providerId="LiveId" clId="{788BA123-62C9-4DDC-86E5-A6BCA4600216}" dt="2026-01-25T03:55:04.599" v="472" actId="478"/>
          <ac:picMkLst>
            <pc:docMk/>
            <pc:sldMk cId="2421383123" sldId="300"/>
            <ac:picMk id="3" creationId="{5CF022C7-75BA-65A2-9ACB-F5E95F4639B8}"/>
          </ac:picMkLst>
        </pc:picChg>
        <pc:picChg chg="add mod">
          <ac:chgData name="Jacob Wyngaard" userId="6181fcd471e98458" providerId="LiveId" clId="{788BA123-62C9-4DDC-86E5-A6BCA4600216}" dt="2026-01-25T03:55:31.456" v="486" actId="1076"/>
          <ac:picMkLst>
            <pc:docMk/>
            <pc:sldMk cId="2421383123" sldId="300"/>
            <ac:picMk id="4" creationId="{BCBC8151-0539-1AF4-56B8-67AA60F56E60}"/>
          </ac:picMkLst>
        </pc:picChg>
        <pc:cxnChg chg="del">
          <ac:chgData name="Jacob Wyngaard" userId="6181fcd471e98458" providerId="LiveId" clId="{788BA123-62C9-4DDC-86E5-A6BCA4600216}" dt="2026-01-25T03:55:06.091" v="474" actId="478"/>
          <ac:cxnSpMkLst>
            <pc:docMk/>
            <pc:sldMk cId="2421383123" sldId="300"/>
            <ac:cxnSpMk id="5" creationId="{EE9490C4-DDF5-71CF-AE01-95B52116A3BB}"/>
          </ac:cxnSpMkLst>
        </pc:cxnChg>
        <pc:cxnChg chg="del">
          <ac:chgData name="Jacob Wyngaard" userId="6181fcd471e98458" providerId="LiveId" clId="{788BA123-62C9-4DDC-86E5-A6BCA4600216}" dt="2026-01-25T03:55:10.640" v="476" actId="478"/>
          <ac:cxnSpMkLst>
            <pc:docMk/>
            <pc:sldMk cId="2421383123" sldId="300"/>
            <ac:cxnSpMk id="10" creationId="{F2DDBF88-23E9-6DB2-E260-9A9671A15DC0}"/>
          </ac:cxnSpMkLst>
        </pc:cxnChg>
        <pc:cxnChg chg="del">
          <ac:chgData name="Jacob Wyngaard" userId="6181fcd471e98458" providerId="LiveId" clId="{788BA123-62C9-4DDC-86E5-A6BCA4600216}" dt="2026-01-25T03:55:11.707" v="477" actId="478"/>
          <ac:cxnSpMkLst>
            <pc:docMk/>
            <pc:sldMk cId="2421383123" sldId="300"/>
            <ac:cxnSpMk id="14" creationId="{D6B5EB7A-80CB-1E75-2F56-289E80ECB40D}"/>
          </ac:cxnSpMkLst>
        </pc:cxnChg>
        <pc:cxnChg chg="del">
          <ac:chgData name="Jacob Wyngaard" userId="6181fcd471e98458" providerId="LiveId" clId="{788BA123-62C9-4DDC-86E5-A6BCA4600216}" dt="2026-01-25T03:55:18.073" v="484" actId="478"/>
          <ac:cxnSpMkLst>
            <pc:docMk/>
            <pc:sldMk cId="2421383123" sldId="300"/>
            <ac:cxnSpMk id="15" creationId="{5A5B12EF-16B8-84CF-C2A7-85737A2279FA}"/>
          </ac:cxnSpMkLst>
        </pc:cxnChg>
      </pc:sldChg>
      <pc:sldChg chg="addSp delSp modSp add mod">
        <pc:chgData name="Jacob Wyngaard" userId="6181fcd471e98458" providerId="LiveId" clId="{788BA123-62C9-4DDC-86E5-A6BCA4600216}" dt="2026-01-25T04:36:17.329" v="2030" actId="1076"/>
        <pc:sldMkLst>
          <pc:docMk/>
          <pc:sldMk cId="1409577010" sldId="301"/>
        </pc:sldMkLst>
        <pc:spChg chg="del">
          <ac:chgData name="Jacob Wyngaard" userId="6181fcd471e98458" providerId="LiveId" clId="{788BA123-62C9-4DDC-86E5-A6BCA4600216}" dt="2026-01-25T03:59:05.337" v="571" actId="478"/>
          <ac:spMkLst>
            <pc:docMk/>
            <pc:sldMk cId="1409577010" sldId="301"/>
            <ac:spMk id="7" creationId="{AC567E92-3832-6FCE-B963-3703C81797E2}"/>
          </ac:spMkLst>
        </pc:spChg>
        <pc:spChg chg="add del mod">
          <ac:chgData name="Jacob Wyngaard" userId="6181fcd471e98458" providerId="LiveId" clId="{788BA123-62C9-4DDC-86E5-A6BCA4600216}" dt="2026-01-25T03:59:26.267" v="580" actId="478"/>
          <ac:spMkLst>
            <pc:docMk/>
            <pc:sldMk cId="1409577010" sldId="301"/>
            <ac:spMk id="11" creationId="{833FFEC2-78AB-0BD9-C242-BE49F5CFD9F0}"/>
          </ac:spMkLst>
        </pc:spChg>
        <pc:spChg chg="add mod">
          <ac:chgData name="Jacob Wyngaard" userId="6181fcd471e98458" providerId="LiveId" clId="{788BA123-62C9-4DDC-86E5-A6BCA4600216}" dt="2026-01-25T03:59:05.587" v="572"/>
          <ac:spMkLst>
            <pc:docMk/>
            <pc:sldMk cId="1409577010" sldId="301"/>
            <ac:spMk id="12" creationId="{869CA5E9-C083-64FC-84AA-ACBA6E77E097}"/>
          </ac:spMkLst>
        </pc:spChg>
        <pc:spChg chg="add mod">
          <ac:chgData name="Jacob Wyngaard" userId="6181fcd471e98458" providerId="LiveId" clId="{788BA123-62C9-4DDC-86E5-A6BCA4600216}" dt="2026-01-25T03:59:05.587" v="572"/>
          <ac:spMkLst>
            <pc:docMk/>
            <pc:sldMk cId="1409577010" sldId="301"/>
            <ac:spMk id="13" creationId="{7A8A20EA-00A7-9411-1E7F-DAEBF9D63792}"/>
          </ac:spMkLst>
        </pc:spChg>
        <pc:spChg chg="add del mod">
          <ac:chgData name="Jacob Wyngaard" userId="6181fcd471e98458" providerId="LiveId" clId="{788BA123-62C9-4DDC-86E5-A6BCA4600216}" dt="2026-01-25T03:59:18.785" v="575" actId="478"/>
          <ac:spMkLst>
            <pc:docMk/>
            <pc:sldMk cId="1409577010" sldId="301"/>
            <ac:spMk id="14" creationId="{9B2C040F-D749-FF61-314C-A6EE81783D17}"/>
          </ac:spMkLst>
        </pc:spChg>
        <pc:spChg chg="mod">
          <ac:chgData name="Jacob Wyngaard" userId="6181fcd471e98458" providerId="LiveId" clId="{788BA123-62C9-4DDC-86E5-A6BCA4600216}" dt="2026-01-25T03:58:54.839" v="569" actId="20577"/>
          <ac:spMkLst>
            <pc:docMk/>
            <pc:sldMk cId="1409577010" sldId="301"/>
            <ac:spMk id="16" creationId="{2E962022-B5C1-D81E-038D-A8159BAF4F56}"/>
          </ac:spMkLst>
        </pc:spChg>
        <pc:spChg chg="add mod">
          <ac:chgData name="Jacob Wyngaard" userId="6181fcd471e98458" providerId="LiveId" clId="{788BA123-62C9-4DDC-86E5-A6BCA4600216}" dt="2026-01-25T03:59:05.587" v="572"/>
          <ac:spMkLst>
            <pc:docMk/>
            <pc:sldMk cId="1409577010" sldId="301"/>
            <ac:spMk id="17" creationId="{69CC08DE-88D0-8AE7-406E-B6E3B4E1D963}"/>
          </ac:spMkLst>
        </pc:spChg>
        <pc:spChg chg="add mod">
          <ac:chgData name="Jacob Wyngaard" userId="6181fcd471e98458" providerId="LiveId" clId="{788BA123-62C9-4DDC-86E5-A6BCA4600216}" dt="2026-01-25T03:59:05.587" v="572"/>
          <ac:spMkLst>
            <pc:docMk/>
            <pc:sldMk cId="1409577010" sldId="301"/>
            <ac:spMk id="18" creationId="{209DCE16-1070-950C-B3C3-D26EE3EECDCB}"/>
          </ac:spMkLst>
        </pc:spChg>
        <pc:spChg chg="add mod">
          <ac:chgData name="Jacob Wyngaard" userId="6181fcd471e98458" providerId="LiveId" clId="{788BA123-62C9-4DDC-86E5-A6BCA4600216}" dt="2026-01-25T03:59:05.587" v="572"/>
          <ac:spMkLst>
            <pc:docMk/>
            <pc:sldMk cId="1409577010" sldId="301"/>
            <ac:spMk id="21" creationId="{E62A2B7C-9E0B-3493-CD3B-DA5A3A3F5EE2}"/>
          </ac:spMkLst>
        </pc:spChg>
        <pc:spChg chg="add mod">
          <ac:chgData name="Jacob Wyngaard" userId="6181fcd471e98458" providerId="LiveId" clId="{788BA123-62C9-4DDC-86E5-A6BCA4600216}" dt="2026-01-25T04:03:09.032" v="823" actId="20577"/>
          <ac:spMkLst>
            <pc:docMk/>
            <pc:sldMk cId="1409577010" sldId="301"/>
            <ac:spMk id="24" creationId="{19688BC7-41DE-6AA8-5C6E-C2E16A4A5C1B}"/>
          </ac:spMkLst>
        </pc:spChg>
        <pc:spChg chg="add mod">
          <ac:chgData name="Jacob Wyngaard" userId="6181fcd471e98458" providerId="LiveId" clId="{788BA123-62C9-4DDC-86E5-A6BCA4600216}" dt="2026-01-25T04:01:46.411" v="781" actId="207"/>
          <ac:spMkLst>
            <pc:docMk/>
            <pc:sldMk cId="1409577010" sldId="301"/>
            <ac:spMk id="25" creationId="{15462251-109C-15D6-59B8-A0B430A7E801}"/>
          </ac:spMkLst>
        </pc:spChg>
        <pc:spChg chg="add mod">
          <ac:chgData name="Jacob Wyngaard" userId="6181fcd471e98458" providerId="LiveId" clId="{788BA123-62C9-4DDC-86E5-A6BCA4600216}" dt="2026-01-25T04:01:57.489" v="789" actId="1036"/>
          <ac:spMkLst>
            <pc:docMk/>
            <pc:sldMk cId="1409577010" sldId="301"/>
            <ac:spMk id="26" creationId="{2D580608-E409-5A00-7C4C-D004902E91E8}"/>
          </ac:spMkLst>
        </pc:spChg>
        <pc:spChg chg="add mod">
          <ac:chgData name="Jacob Wyngaard" userId="6181fcd471e98458" providerId="LiveId" clId="{788BA123-62C9-4DDC-86E5-A6BCA4600216}" dt="2026-01-25T04:02:00.093" v="793" actId="1035"/>
          <ac:spMkLst>
            <pc:docMk/>
            <pc:sldMk cId="1409577010" sldId="301"/>
            <ac:spMk id="27" creationId="{24252F7D-3269-9C7A-9A12-E018C175DEB6}"/>
          </ac:spMkLst>
        </pc:spChg>
        <pc:spChg chg="add mod">
          <ac:chgData name="Jacob Wyngaard" userId="6181fcd471e98458" providerId="LiveId" clId="{788BA123-62C9-4DDC-86E5-A6BCA4600216}" dt="2026-01-25T04:02:08.191" v="796" actId="14100"/>
          <ac:spMkLst>
            <pc:docMk/>
            <pc:sldMk cId="1409577010" sldId="301"/>
            <ac:spMk id="28" creationId="{0D15380E-4908-1811-7677-429636E668B4}"/>
          </ac:spMkLst>
        </pc:spChg>
        <pc:spChg chg="add mod">
          <ac:chgData name="Jacob Wyngaard" userId="6181fcd471e98458" providerId="LiveId" clId="{788BA123-62C9-4DDC-86E5-A6BCA4600216}" dt="2026-01-25T04:02:14.342" v="801" actId="14100"/>
          <ac:spMkLst>
            <pc:docMk/>
            <pc:sldMk cId="1409577010" sldId="301"/>
            <ac:spMk id="29" creationId="{60FBAF91-54C0-7A61-C7FD-78CC1556DB13}"/>
          </ac:spMkLst>
        </pc:spChg>
        <pc:spChg chg="add mod">
          <ac:chgData name="Jacob Wyngaard" userId="6181fcd471e98458" providerId="LiveId" clId="{788BA123-62C9-4DDC-86E5-A6BCA4600216}" dt="2026-01-25T04:02:21.574" v="809" actId="1036"/>
          <ac:spMkLst>
            <pc:docMk/>
            <pc:sldMk cId="1409577010" sldId="301"/>
            <ac:spMk id="30" creationId="{364EAFF3-F0E6-5E47-1D46-B39890743C77}"/>
          </ac:spMkLst>
        </pc:spChg>
        <pc:spChg chg="add mod">
          <ac:chgData name="Jacob Wyngaard" userId="6181fcd471e98458" providerId="LiveId" clId="{788BA123-62C9-4DDC-86E5-A6BCA4600216}" dt="2026-01-25T04:36:17.329" v="2030" actId="1076"/>
          <ac:spMkLst>
            <pc:docMk/>
            <pc:sldMk cId="1409577010" sldId="301"/>
            <ac:spMk id="31" creationId="{FA0ACE5C-0F75-7A54-796C-F16C3F2D8873}"/>
          </ac:spMkLst>
        </pc:spChg>
        <pc:picChg chg="del">
          <ac:chgData name="Jacob Wyngaard" userId="6181fcd471e98458" providerId="LiveId" clId="{788BA123-62C9-4DDC-86E5-A6BCA4600216}" dt="2026-01-25T03:59:02.571" v="570" actId="478"/>
          <ac:picMkLst>
            <pc:docMk/>
            <pc:sldMk cId="1409577010" sldId="301"/>
            <ac:picMk id="4" creationId="{B82CF6B5-9434-2656-18FC-34FA7DD78728}"/>
          </ac:picMkLst>
        </pc:picChg>
        <pc:picChg chg="add del mod">
          <ac:chgData name="Jacob Wyngaard" userId="6181fcd471e98458" providerId="LiveId" clId="{788BA123-62C9-4DDC-86E5-A6BCA4600216}" dt="2026-01-25T04:02:23.151" v="811" actId="1076"/>
          <ac:picMkLst>
            <pc:docMk/>
            <pc:sldMk cId="1409577010" sldId="301"/>
            <ac:picMk id="23" creationId="{AF61263D-B882-3DF3-8811-6B55EF49795F}"/>
          </ac:picMkLst>
        </pc:picChg>
        <pc:cxnChg chg="add mod">
          <ac:chgData name="Jacob Wyngaard" userId="6181fcd471e98458" providerId="LiveId" clId="{788BA123-62C9-4DDC-86E5-A6BCA4600216}" dt="2026-01-25T03:59:05.587" v="572"/>
          <ac:cxnSpMkLst>
            <pc:docMk/>
            <pc:sldMk cId="1409577010" sldId="301"/>
            <ac:cxnSpMk id="3" creationId="{950A676F-1450-C35D-DCC8-29849C2AA1BB}"/>
          </ac:cxnSpMkLst>
        </pc:cxnChg>
        <pc:cxnChg chg="add mod">
          <ac:chgData name="Jacob Wyngaard" userId="6181fcd471e98458" providerId="LiveId" clId="{788BA123-62C9-4DDC-86E5-A6BCA4600216}" dt="2026-01-25T03:59:05.587" v="572"/>
          <ac:cxnSpMkLst>
            <pc:docMk/>
            <pc:sldMk cId="1409577010" sldId="301"/>
            <ac:cxnSpMk id="19" creationId="{7AB5F092-626E-5009-E690-FC753E2F0F5E}"/>
          </ac:cxnSpMkLst>
        </pc:cxnChg>
        <pc:cxnChg chg="add del mod">
          <ac:chgData name="Jacob Wyngaard" userId="6181fcd471e98458" providerId="LiveId" clId="{788BA123-62C9-4DDC-86E5-A6BCA4600216}" dt="2026-01-25T03:59:29.804" v="582" actId="478"/>
          <ac:cxnSpMkLst>
            <pc:docMk/>
            <pc:sldMk cId="1409577010" sldId="301"/>
            <ac:cxnSpMk id="20" creationId="{FAF1FCBA-028A-1F89-DCA3-F8387C6B2431}"/>
          </ac:cxnSpMkLst>
        </pc:cxnChg>
        <pc:cxnChg chg="add mod">
          <ac:chgData name="Jacob Wyngaard" userId="6181fcd471e98458" providerId="LiveId" clId="{788BA123-62C9-4DDC-86E5-A6BCA4600216}" dt="2026-01-25T04:36:17.329" v="2030" actId="1076"/>
          <ac:cxnSpMkLst>
            <pc:docMk/>
            <pc:sldMk cId="1409577010" sldId="301"/>
            <ac:cxnSpMk id="32" creationId="{5B1A72AF-FF0D-88D2-C3D8-DF4698275350}"/>
          </ac:cxnSpMkLst>
        </pc:cxnChg>
      </pc:sldChg>
      <pc:sldChg chg="addSp delSp modSp add mod">
        <pc:chgData name="Jacob Wyngaard" userId="6181fcd471e98458" providerId="LiveId" clId="{788BA123-62C9-4DDC-86E5-A6BCA4600216}" dt="2026-01-25T04:36:37.026" v="2031"/>
        <pc:sldMkLst>
          <pc:docMk/>
          <pc:sldMk cId="1449413385" sldId="302"/>
        </pc:sldMkLst>
        <pc:spChg chg="add mod">
          <ac:chgData name="Jacob Wyngaard" userId="6181fcd471e98458" providerId="LiveId" clId="{788BA123-62C9-4DDC-86E5-A6BCA4600216}" dt="2026-01-25T04:14:16.994" v="1258" actId="1076"/>
          <ac:spMkLst>
            <pc:docMk/>
            <pc:sldMk cId="1449413385" sldId="302"/>
            <ac:spMk id="7" creationId="{4458AA12-4575-7039-EC71-B921862C6B2B}"/>
          </ac:spMkLst>
        </pc:spChg>
        <pc:spChg chg="mod">
          <ac:chgData name="Jacob Wyngaard" userId="6181fcd471e98458" providerId="LiveId" clId="{788BA123-62C9-4DDC-86E5-A6BCA4600216}" dt="2026-01-25T04:03:30.495" v="849" actId="14100"/>
          <ac:spMkLst>
            <pc:docMk/>
            <pc:sldMk cId="1449413385" sldId="302"/>
            <ac:spMk id="9" creationId="{EEF93415-5984-0EC6-B4C9-F9773EC2F128}"/>
          </ac:spMkLst>
        </pc:spChg>
        <pc:spChg chg="add del mod">
          <ac:chgData name="Jacob Wyngaard" userId="6181fcd471e98458" providerId="LiveId" clId="{788BA123-62C9-4DDC-86E5-A6BCA4600216}" dt="2026-01-25T04:07:52.502" v="1119" actId="478"/>
          <ac:spMkLst>
            <pc:docMk/>
            <pc:sldMk cId="1449413385" sldId="302"/>
            <ac:spMk id="11" creationId="{179AC72D-508F-9A2C-27DA-9F5A99B65838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12" creationId="{EACA4323-0FC4-9CFF-791B-38F424852709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13" creationId="{39ABB741-07F9-A0FC-9F50-92DE65D0719F}"/>
          </ac:spMkLst>
        </pc:spChg>
        <pc:spChg chg="add del mod">
          <ac:chgData name="Jacob Wyngaard" userId="6181fcd471e98458" providerId="LiveId" clId="{788BA123-62C9-4DDC-86E5-A6BCA4600216}" dt="2026-01-25T04:07:51.323" v="1117" actId="478"/>
          <ac:spMkLst>
            <pc:docMk/>
            <pc:sldMk cId="1449413385" sldId="302"/>
            <ac:spMk id="14" creationId="{24197B70-009C-30A0-B0E2-F239DAAD0E25}"/>
          </ac:spMkLst>
        </pc:spChg>
        <pc:spChg chg="mod">
          <ac:chgData name="Jacob Wyngaard" userId="6181fcd471e98458" providerId="LiveId" clId="{788BA123-62C9-4DDC-86E5-A6BCA4600216}" dt="2026-01-25T04:04:31.985" v="1041" actId="20577"/>
          <ac:spMkLst>
            <pc:docMk/>
            <pc:sldMk cId="1449413385" sldId="302"/>
            <ac:spMk id="16" creationId="{7168C689-5693-A5E3-1897-5F7E407DEBD0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17" creationId="{19AA66B9-1E8D-6C77-F7B2-2BCA6D2D3ECD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18" creationId="{745EB5B2-1E3A-ECE2-27BB-ACE15C50E1E1}"/>
          </ac:spMkLst>
        </pc:spChg>
        <pc:spChg chg="add del mod ord">
          <ac:chgData name="Jacob Wyngaard" userId="6181fcd471e98458" providerId="LiveId" clId="{788BA123-62C9-4DDC-86E5-A6BCA4600216}" dt="2026-01-25T04:07:52.004" v="1118" actId="478"/>
          <ac:spMkLst>
            <pc:docMk/>
            <pc:sldMk cId="1449413385" sldId="302"/>
            <ac:spMk id="20" creationId="{0EC58104-4F62-2871-669A-E0A2FAF34387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21" creationId="{C164C727-34CD-450E-CA58-8D116023ACC6}"/>
          </ac:spMkLst>
        </pc:spChg>
        <pc:spChg chg="del">
          <ac:chgData name="Jacob Wyngaard" userId="6181fcd471e98458" providerId="LiveId" clId="{788BA123-62C9-4DDC-86E5-A6BCA4600216}" dt="2026-01-25T04:04:37.784" v="1042" actId="478"/>
          <ac:spMkLst>
            <pc:docMk/>
            <pc:sldMk cId="1449413385" sldId="302"/>
            <ac:spMk id="24" creationId="{1B20D813-9705-8F39-A6A5-86A86F167A60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26" creationId="{055BCBD0-8A2E-9DAD-450D-FD5F12A36EC9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27" creationId="{56CA6725-DFD2-01AC-9748-7F9619E4267E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28" creationId="{8ACD9E5F-36C9-CC84-C732-927A5F088A17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29" creationId="{93656067-0CCC-51C6-AE37-EB95B5EDC89E}"/>
          </ac:spMkLst>
        </pc:spChg>
        <pc:spChg chg="mod">
          <ac:chgData name="Jacob Wyngaard" userId="6181fcd471e98458" providerId="LiveId" clId="{788BA123-62C9-4DDC-86E5-A6BCA4600216}" dt="2026-01-25T04:04:20.493" v="1010" actId="1036"/>
          <ac:spMkLst>
            <pc:docMk/>
            <pc:sldMk cId="1449413385" sldId="302"/>
            <ac:spMk id="30" creationId="{BD0DB269-7175-E53C-83B3-5A413C7FCE6E}"/>
          </ac:spMkLst>
        </pc:spChg>
        <pc:spChg chg="add del">
          <ac:chgData name="Jacob Wyngaard" userId="6181fcd471e98458" providerId="LiveId" clId="{788BA123-62C9-4DDC-86E5-A6BCA4600216}" dt="2026-01-25T04:07:55.488" v="1121" actId="478"/>
          <ac:spMkLst>
            <pc:docMk/>
            <pc:sldMk cId="1449413385" sldId="302"/>
            <ac:spMk id="31" creationId="{674F99CB-C250-F3D4-80A0-0CB2578D80A0}"/>
          </ac:spMkLst>
        </pc:spChg>
        <pc:spChg chg="add mod">
          <ac:chgData name="Jacob Wyngaard" userId="6181fcd471e98458" providerId="LiveId" clId="{788BA123-62C9-4DDC-86E5-A6BCA4600216}" dt="2026-01-25T04:16:50.840" v="1368" actId="1076"/>
          <ac:spMkLst>
            <pc:docMk/>
            <pc:sldMk cId="1449413385" sldId="302"/>
            <ac:spMk id="35" creationId="{E6A1AFF1-9CA4-D6C4-BCBF-E5C94BDA6522}"/>
          </ac:spMkLst>
        </pc:spChg>
        <pc:spChg chg="add del mod">
          <ac:chgData name="Jacob Wyngaard" userId="6181fcd471e98458" providerId="LiveId" clId="{788BA123-62C9-4DDC-86E5-A6BCA4600216}" dt="2026-01-25T04:14:13.107" v="1256" actId="478"/>
          <ac:spMkLst>
            <pc:docMk/>
            <pc:sldMk cId="1449413385" sldId="302"/>
            <ac:spMk id="36" creationId="{858E7EA8-961D-56B3-D628-1B449D4AC22E}"/>
          </ac:spMkLst>
        </pc:spChg>
        <pc:spChg chg="add del mod">
          <ac:chgData name="Jacob Wyngaard" userId="6181fcd471e98458" providerId="LiveId" clId="{788BA123-62C9-4DDC-86E5-A6BCA4600216}" dt="2026-01-25T04:15:01.553" v="1274" actId="478"/>
          <ac:spMkLst>
            <pc:docMk/>
            <pc:sldMk cId="1449413385" sldId="302"/>
            <ac:spMk id="37" creationId="{E8010892-2054-0BA4-5388-D2CCBBCD2569}"/>
          </ac:spMkLst>
        </pc:spChg>
        <pc:spChg chg="add del mod">
          <ac:chgData name="Jacob Wyngaard" userId="6181fcd471e98458" providerId="LiveId" clId="{788BA123-62C9-4DDC-86E5-A6BCA4600216}" dt="2026-01-25T04:15:00.723" v="1273" actId="478"/>
          <ac:spMkLst>
            <pc:docMk/>
            <pc:sldMk cId="1449413385" sldId="302"/>
            <ac:spMk id="40" creationId="{DFCB67D2-7B65-6DB6-8591-4C11F1B91160}"/>
          </ac:spMkLst>
        </pc:spChg>
        <pc:spChg chg="add del mod">
          <ac:chgData name="Jacob Wyngaard" userId="6181fcd471e98458" providerId="LiveId" clId="{788BA123-62C9-4DDC-86E5-A6BCA4600216}" dt="2026-01-25T04:15:03.253" v="1275" actId="478"/>
          <ac:spMkLst>
            <pc:docMk/>
            <pc:sldMk cId="1449413385" sldId="302"/>
            <ac:spMk id="41" creationId="{F62998E1-05C1-9987-CFE9-98749B5131A0}"/>
          </ac:spMkLst>
        </pc:spChg>
        <pc:spChg chg="add del mod">
          <ac:chgData name="Jacob Wyngaard" userId="6181fcd471e98458" providerId="LiveId" clId="{788BA123-62C9-4DDC-86E5-A6BCA4600216}" dt="2026-01-25T04:14:14.164" v="1257" actId="478"/>
          <ac:spMkLst>
            <pc:docMk/>
            <pc:sldMk cId="1449413385" sldId="302"/>
            <ac:spMk id="44" creationId="{46EA2AC0-B3EC-7BE4-4BC3-C7C22FCE6AC8}"/>
          </ac:spMkLst>
        </pc:spChg>
        <pc:spChg chg="add mod">
          <ac:chgData name="Jacob Wyngaard" userId="6181fcd471e98458" providerId="LiveId" clId="{788BA123-62C9-4DDC-86E5-A6BCA4600216}" dt="2026-01-25T04:14:59.256" v="1272" actId="1036"/>
          <ac:spMkLst>
            <pc:docMk/>
            <pc:sldMk cId="1449413385" sldId="302"/>
            <ac:spMk id="46" creationId="{AABEDDC0-FD60-6A2C-35CA-7165432B93D4}"/>
          </ac:spMkLst>
        </pc:spChg>
        <pc:spChg chg="add mod">
          <ac:chgData name="Jacob Wyngaard" userId="6181fcd471e98458" providerId="LiveId" clId="{788BA123-62C9-4DDC-86E5-A6BCA4600216}" dt="2026-01-25T04:14:59.256" v="1272" actId="1036"/>
          <ac:spMkLst>
            <pc:docMk/>
            <pc:sldMk cId="1449413385" sldId="302"/>
            <ac:spMk id="47" creationId="{67EE8C1D-948F-5A16-E3D8-4ECFF06D3F49}"/>
          </ac:spMkLst>
        </pc:spChg>
        <pc:spChg chg="add mod">
          <ac:chgData name="Jacob Wyngaard" userId="6181fcd471e98458" providerId="LiveId" clId="{788BA123-62C9-4DDC-86E5-A6BCA4600216}" dt="2026-01-25T04:14:59.256" v="1272" actId="1036"/>
          <ac:spMkLst>
            <pc:docMk/>
            <pc:sldMk cId="1449413385" sldId="302"/>
            <ac:spMk id="48" creationId="{9A73DC14-36B4-AACF-0696-66308DB94907}"/>
          </ac:spMkLst>
        </pc:spChg>
        <pc:spChg chg="add mod">
          <ac:chgData name="Jacob Wyngaard" userId="6181fcd471e98458" providerId="LiveId" clId="{788BA123-62C9-4DDC-86E5-A6BCA4600216}" dt="2026-01-25T04:16:22.674" v="1338" actId="20577"/>
          <ac:spMkLst>
            <pc:docMk/>
            <pc:sldMk cId="1449413385" sldId="302"/>
            <ac:spMk id="54" creationId="{31B992C0-E7D8-ECCE-C2D7-A4BB1A07A58C}"/>
          </ac:spMkLst>
        </pc:spChg>
        <pc:spChg chg="add mod">
          <ac:chgData name="Jacob Wyngaard" userId="6181fcd471e98458" providerId="LiveId" clId="{788BA123-62C9-4DDC-86E5-A6BCA4600216}" dt="2026-01-25T04:17:50.193" v="1438" actId="1076"/>
          <ac:spMkLst>
            <pc:docMk/>
            <pc:sldMk cId="1449413385" sldId="302"/>
            <ac:spMk id="56" creationId="{0694B65C-756F-61C8-A18A-90F6D2715F53}"/>
          </ac:spMkLst>
        </pc:spChg>
        <pc:spChg chg="add mod">
          <ac:chgData name="Jacob Wyngaard" userId="6181fcd471e98458" providerId="LiveId" clId="{788BA123-62C9-4DDC-86E5-A6BCA4600216}" dt="2026-01-25T04:18:50.203" v="1518" actId="1076"/>
          <ac:spMkLst>
            <pc:docMk/>
            <pc:sldMk cId="1449413385" sldId="302"/>
            <ac:spMk id="57" creationId="{3378BAE8-02FE-9852-42CF-05A407D65338}"/>
          </ac:spMkLst>
        </pc:spChg>
        <pc:spChg chg="add mod">
          <ac:chgData name="Jacob Wyngaard" userId="6181fcd471e98458" providerId="LiveId" clId="{788BA123-62C9-4DDC-86E5-A6BCA4600216}" dt="2026-01-25T04:35:56.293" v="2024"/>
          <ac:spMkLst>
            <pc:docMk/>
            <pc:sldMk cId="1449413385" sldId="302"/>
            <ac:spMk id="58" creationId="{0FDC1F1B-147B-E953-DB41-F5F06254C0E6}"/>
          </ac:spMkLst>
        </pc:spChg>
        <pc:spChg chg="add mod">
          <ac:chgData name="Jacob Wyngaard" userId="6181fcd471e98458" providerId="LiveId" clId="{788BA123-62C9-4DDC-86E5-A6BCA4600216}" dt="2026-01-25T04:36:37.026" v="2031"/>
          <ac:spMkLst>
            <pc:docMk/>
            <pc:sldMk cId="1449413385" sldId="302"/>
            <ac:spMk id="60" creationId="{40E04CFE-F0C5-D4AB-1F55-8312214748D3}"/>
          </ac:spMkLst>
        </pc:spChg>
        <pc:picChg chg="mod">
          <ac:chgData name="Jacob Wyngaard" userId="6181fcd471e98458" providerId="LiveId" clId="{788BA123-62C9-4DDC-86E5-A6BCA4600216}" dt="2026-01-25T04:15:25.558" v="1280" actId="1076"/>
          <ac:picMkLst>
            <pc:docMk/>
            <pc:sldMk cId="1449413385" sldId="302"/>
            <ac:picMk id="23" creationId="{4E027CBE-81E1-B7F2-A864-D65F3A053FEB}"/>
          </ac:picMkLst>
        </pc:picChg>
        <pc:picChg chg="add del mod">
          <ac:chgData name="Jacob Wyngaard" userId="6181fcd471e98458" providerId="LiveId" clId="{788BA123-62C9-4DDC-86E5-A6BCA4600216}" dt="2026-01-25T04:14:51.241" v="1266" actId="478"/>
          <ac:picMkLst>
            <pc:docMk/>
            <pc:sldMk cId="1449413385" sldId="302"/>
            <ac:picMk id="32" creationId="{6FBE5A62-DBC6-A29C-FEFE-8A096DE20624}"/>
          </ac:picMkLst>
        </pc:picChg>
        <pc:picChg chg="add mod">
          <ac:chgData name="Jacob Wyngaard" userId="6181fcd471e98458" providerId="LiveId" clId="{788BA123-62C9-4DDC-86E5-A6BCA4600216}" dt="2026-01-25T04:17:00.943" v="1370" actId="1076"/>
          <ac:picMkLst>
            <pc:docMk/>
            <pc:sldMk cId="1449413385" sldId="302"/>
            <ac:picMk id="55" creationId="{758A2FBE-9ECE-C482-506B-1E7B039EE492}"/>
          </ac:picMkLst>
        </pc:picChg>
        <pc:cxnChg chg="add mod">
          <ac:chgData name="Jacob Wyngaard" userId="6181fcd471e98458" providerId="LiveId" clId="{788BA123-62C9-4DDC-86E5-A6BCA4600216}" dt="2026-01-25T04:14:29.637" v="1261" actId="14100"/>
          <ac:cxnSpMkLst>
            <pc:docMk/>
            <pc:sldMk cId="1449413385" sldId="302"/>
            <ac:cxnSpMk id="33" creationId="{9DFE6A31-4C3B-6483-9ACD-C4AAF2DC0E4F}"/>
          </ac:cxnSpMkLst>
        </pc:cxnChg>
        <pc:cxnChg chg="add del mod">
          <ac:chgData name="Jacob Wyngaard" userId="6181fcd471e98458" providerId="LiveId" clId="{788BA123-62C9-4DDC-86E5-A6BCA4600216}" dt="2026-01-25T04:15:03.933" v="1276" actId="478"/>
          <ac:cxnSpMkLst>
            <pc:docMk/>
            <pc:sldMk cId="1449413385" sldId="302"/>
            <ac:cxnSpMk id="42" creationId="{BDFF2720-7E60-4F8D-6A2C-9F28E600C0ED}"/>
          </ac:cxnSpMkLst>
        </pc:cxnChg>
        <pc:cxnChg chg="add mod">
          <ac:chgData name="Jacob Wyngaard" userId="6181fcd471e98458" providerId="LiveId" clId="{788BA123-62C9-4DDC-86E5-A6BCA4600216}" dt="2026-01-25T04:15:53.327" v="1292" actId="1076"/>
          <ac:cxnSpMkLst>
            <pc:docMk/>
            <pc:sldMk cId="1449413385" sldId="302"/>
            <ac:cxnSpMk id="49" creationId="{13A4F606-295F-1C41-C332-DE4E2D986D0D}"/>
          </ac:cxnSpMkLst>
        </pc:cxnChg>
        <pc:cxnChg chg="add mod">
          <ac:chgData name="Jacob Wyngaard" userId="6181fcd471e98458" providerId="LiveId" clId="{788BA123-62C9-4DDC-86E5-A6BCA4600216}" dt="2026-01-25T04:15:57.662" v="1294" actId="1035"/>
          <ac:cxnSpMkLst>
            <pc:docMk/>
            <pc:sldMk cId="1449413385" sldId="302"/>
            <ac:cxnSpMk id="51" creationId="{5B0E86D2-E12A-34CF-5442-C24CB2E0B3DC}"/>
          </ac:cxnSpMkLst>
        </pc:cxnChg>
        <pc:cxnChg chg="add mod">
          <ac:chgData name="Jacob Wyngaard" userId="6181fcd471e98458" providerId="LiveId" clId="{788BA123-62C9-4DDC-86E5-A6BCA4600216}" dt="2026-01-25T04:16:12.820" v="1335" actId="1036"/>
          <ac:cxnSpMkLst>
            <pc:docMk/>
            <pc:sldMk cId="1449413385" sldId="302"/>
            <ac:cxnSpMk id="53" creationId="{28387512-98EA-C1B4-D063-3CF8CC6DD43F}"/>
          </ac:cxnSpMkLst>
        </pc:cxnChg>
        <pc:cxnChg chg="add mod">
          <ac:chgData name="Jacob Wyngaard" userId="6181fcd471e98458" providerId="LiveId" clId="{788BA123-62C9-4DDC-86E5-A6BCA4600216}" dt="2026-01-25T04:35:56.293" v="2024"/>
          <ac:cxnSpMkLst>
            <pc:docMk/>
            <pc:sldMk cId="1449413385" sldId="302"/>
            <ac:cxnSpMk id="59" creationId="{CE7009EC-E281-1ADA-3BCF-2C33DAF36410}"/>
          </ac:cxnSpMkLst>
        </pc:cxnChg>
      </pc:sldChg>
      <pc:sldChg chg="add del">
        <pc:chgData name="Jacob Wyngaard" userId="6181fcd471e98458" providerId="LiveId" clId="{788BA123-62C9-4DDC-86E5-A6BCA4600216}" dt="2026-01-25T04:13:54.149" v="1253" actId="47"/>
        <pc:sldMkLst>
          <pc:docMk/>
          <pc:sldMk cId="3208779114" sldId="303"/>
        </pc:sldMkLst>
      </pc:sldChg>
      <pc:sldChg chg="addSp modSp add mod">
        <pc:chgData name="Jacob Wyngaard" userId="6181fcd471e98458" providerId="LiveId" clId="{788BA123-62C9-4DDC-86E5-A6BCA4600216}" dt="2026-01-25T04:36:41.148" v="2034"/>
        <pc:sldMkLst>
          <pc:docMk/>
          <pc:sldMk cId="3896253001" sldId="304"/>
        </pc:sldMkLst>
        <pc:spChg chg="add mod">
          <ac:chgData name="Jacob Wyngaard" userId="6181fcd471e98458" providerId="LiveId" clId="{788BA123-62C9-4DDC-86E5-A6BCA4600216}" dt="2026-01-25T04:33:15.151" v="1970" actId="1076"/>
          <ac:spMkLst>
            <pc:docMk/>
            <pc:sldMk cId="3896253001" sldId="304"/>
            <ac:spMk id="4" creationId="{A4C8F1AB-3D45-5B7C-C4A5-5FA9F8D904B6}"/>
          </ac:spMkLst>
        </pc:spChg>
        <pc:spChg chg="add mod">
          <ac:chgData name="Jacob Wyngaard" userId="6181fcd471e98458" providerId="LiveId" clId="{788BA123-62C9-4DDC-86E5-A6BCA4600216}" dt="2026-01-25T04:34:48.982" v="2006" actId="20577"/>
          <ac:spMkLst>
            <pc:docMk/>
            <pc:sldMk cId="3896253001" sldId="304"/>
            <ac:spMk id="11" creationId="{E5205F1D-F1C1-0F18-5E6F-A09ED02BE347}"/>
          </ac:spMkLst>
        </pc:spChg>
        <pc:spChg chg="add mod">
          <ac:chgData name="Jacob Wyngaard" userId="6181fcd471e98458" providerId="LiveId" clId="{788BA123-62C9-4DDC-86E5-A6BCA4600216}" dt="2026-01-25T04:35:43.195" v="2021" actId="1076"/>
          <ac:spMkLst>
            <pc:docMk/>
            <pc:sldMk cId="3896253001" sldId="304"/>
            <ac:spMk id="14" creationId="{47689492-45D3-EABB-AF7C-79A791A6F290}"/>
          </ac:spMkLst>
        </pc:spChg>
        <pc:spChg chg="add mod">
          <ac:chgData name="Jacob Wyngaard" userId="6181fcd471e98458" providerId="LiveId" clId="{788BA123-62C9-4DDC-86E5-A6BCA4600216}" dt="2026-01-25T04:36:41.148" v="2034"/>
          <ac:spMkLst>
            <pc:docMk/>
            <pc:sldMk cId="3896253001" sldId="304"/>
            <ac:spMk id="24" creationId="{F6678F98-FBFA-33FC-60BD-BF3DCA2AA9D0}"/>
          </ac:spMkLst>
        </pc:spChg>
        <pc:cxnChg chg="add mod">
          <ac:chgData name="Jacob Wyngaard" userId="6181fcd471e98458" providerId="LiveId" clId="{788BA123-62C9-4DDC-86E5-A6BCA4600216}" dt="2026-01-25T04:35:36.805" v="2018" actId="1076"/>
          <ac:cxnSpMkLst>
            <pc:docMk/>
            <pc:sldMk cId="3896253001" sldId="304"/>
            <ac:cxnSpMk id="20" creationId="{83B9FF3E-8377-D599-9D9D-C9674D074D9C}"/>
          </ac:cxnSpMkLst>
        </pc:cxnChg>
      </pc:sldChg>
      <pc:sldChg chg="addSp delSp modSp add mod">
        <pc:chgData name="Jacob Wyngaard" userId="6181fcd471e98458" providerId="LiveId" clId="{788BA123-62C9-4DDC-86E5-A6BCA4600216}" dt="2026-01-25T04:36:38.519" v="2032"/>
        <pc:sldMkLst>
          <pc:docMk/>
          <pc:sldMk cId="3809472991" sldId="305"/>
        </pc:sldMkLst>
        <pc:spChg chg="add mod">
          <ac:chgData name="Jacob Wyngaard" userId="6181fcd471e98458" providerId="LiveId" clId="{788BA123-62C9-4DDC-86E5-A6BCA4600216}" dt="2026-01-25T04:19:16.286" v="1537" actId="1076"/>
          <ac:spMkLst>
            <pc:docMk/>
            <pc:sldMk cId="3809472991" sldId="305"/>
            <ac:spMk id="4" creationId="{8CABE1D6-67D5-3D17-BE22-4D2E4F337395}"/>
          </ac:spMkLst>
        </pc:spChg>
        <pc:spChg chg="add mod">
          <ac:chgData name="Jacob Wyngaard" userId="6181fcd471e98458" providerId="LiveId" clId="{788BA123-62C9-4DDC-86E5-A6BCA4600216}" dt="2026-01-25T04:21:59.676" v="1686" actId="1076"/>
          <ac:spMkLst>
            <pc:docMk/>
            <pc:sldMk cId="3809472991" sldId="305"/>
            <ac:spMk id="11" creationId="{1A3DECB3-6508-2B28-0762-C930B5E03F2C}"/>
          </ac:spMkLst>
        </pc:spChg>
        <pc:spChg chg="add mod">
          <ac:chgData name="Jacob Wyngaard" userId="6181fcd471e98458" providerId="LiveId" clId="{788BA123-62C9-4DDC-86E5-A6BCA4600216}" dt="2026-01-25T04:22:03.279" v="1687" actId="1076"/>
          <ac:spMkLst>
            <pc:docMk/>
            <pc:sldMk cId="3809472991" sldId="305"/>
            <ac:spMk id="14" creationId="{91B3FCAE-D5F5-41F5-8CF5-471911020D19}"/>
          </ac:spMkLst>
        </pc:spChg>
        <pc:spChg chg="add mod">
          <ac:chgData name="Jacob Wyngaard" userId="6181fcd471e98458" providerId="LiveId" clId="{788BA123-62C9-4DDC-86E5-A6BCA4600216}" dt="2026-01-25T04:22:03.279" v="1687" actId="1076"/>
          <ac:spMkLst>
            <pc:docMk/>
            <pc:sldMk cId="3809472991" sldId="305"/>
            <ac:spMk id="24" creationId="{B5C89354-64C4-404A-B098-3714BEA5BE9A}"/>
          </ac:spMkLst>
        </pc:spChg>
        <pc:spChg chg="add mod">
          <ac:chgData name="Jacob Wyngaard" userId="6181fcd471e98458" providerId="LiveId" clId="{788BA123-62C9-4DDC-86E5-A6BCA4600216}" dt="2026-01-25T04:22:03.279" v="1687" actId="1076"/>
          <ac:spMkLst>
            <pc:docMk/>
            <pc:sldMk cId="3809472991" sldId="305"/>
            <ac:spMk id="31" creationId="{670AF162-97A0-E8DE-04A2-2EF1BD72CF26}"/>
          </ac:spMkLst>
        </pc:spChg>
        <pc:spChg chg="add mod">
          <ac:chgData name="Jacob Wyngaard" userId="6181fcd471e98458" providerId="LiveId" clId="{788BA123-62C9-4DDC-86E5-A6BCA4600216}" dt="2026-01-25T04:22:31.401" v="1703" actId="1076"/>
          <ac:spMkLst>
            <pc:docMk/>
            <pc:sldMk cId="3809472991" sldId="305"/>
            <ac:spMk id="34" creationId="{212386B3-D0B9-1527-047A-AF3C875D7BBE}"/>
          </ac:spMkLst>
        </pc:spChg>
        <pc:spChg chg="del">
          <ac:chgData name="Jacob Wyngaard" userId="6181fcd471e98458" providerId="LiveId" clId="{788BA123-62C9-4DDC-86E5-A6BCA4600216}" dt="2026-01-25T04:18:57.837" v="1523" actId="478"/>
          <ac:spMkLst>
            <pc:docMk/>
            <pc:sldMk cId="3809472991" sldId="305"/>
            <ac:spMk id="35" creationId="{FC8EE321-AE39-5542-2E36-FDC41CF3022A}"/>
          </ac:spMkLst>
        </pc:spChg>
        <pc:spChg chg="add mod">
          <ac:chgData name="Jacob Wyngaard" userId="6181fcd471e98458" providerId="LiveId" clId="{788BA123-62C9-4DDC-86E5-A6BCA4600216}" dt="2026-01-25T04:35:54.259" v="2023"/>
          <ac:spMkLst>
            <pc:docMk/>
            <pc:sldMk cId="3809472991" sldId="305"/>
            <ac:spMk id="36" creationId="{D98AFFDC-07FE-1672-00C2-678C39272AA4}"/>
          </ac:spMkLst>
        </pc:spChg>
        <pc:spChg chg="add mod">
          <ac:chgData name="Jacob Wyngaard" userId="6181fcd471e98458" providerId="LiveId" clId="{788BA123-62C9-4DDC-86E5-A6BCA4600216}" dt="2026-01-25T04:36:38.519" v="2032"/>
          <ac:spMkLst>
            <pc:docMk/>
            <pc:sldMk cId="3809472991" sldId="305"/>
            <ac:spMk id="38" creationId="{2C7DEABF-4C97-82EA-1A2E-6CC9A3364C5E}"/>
          </ac:spMkLst>
        </pc:spChg>
        <pc:spChg chg="del">
          <ac:chgData name="Jacob Wyngaard" userId="6181fcd471e98458" providerId="LiveId" clId="{788BA123-62C9-4DDC-86E5-A6BCA4600216}" dt="2026-01-25T04:18:54.390" v="1520" actId="478"/>
          <ac:spMkLst>
            <pc:docMk/>
            <pc:sldMk cId="3809472991" sldId="305"/>
            <ac:spMk id="46" creationId="{DF1070F9-7D28-EB81-8DD3-9AAE54C351B5}"/>
          </ac:spMkLst>
        </pc:spChg>
        <pc:spChg chg="del">
          <ac:chgData name="Jacob Wyngaard" userId="6181fcd471e98458" providerId="LiveId" clId="{788BA123-62C9-4DDC-86E5-A6BCA4600216}" dt="2026-01-25T04:18:55.348" v="1521" actId="478"/>
          <ac:spMkLst>
            <pc:docMk/>
            <pc:sldMk cId="3809472991" sldId="305"/>
            <ac:spMk id="47" creationId="{C3EB8CBF-B65F-BB81-01C4-4C5D101F7B34}"/>
          </ac:spMkLst>
        </pc:spChg>
        <pc:spChg chg="del">
          <ac:chgData name="Jacob Wyngaard" userId="6181fcd471e98458" providerId="LiveId" clId="{788BA123-62C9-4DDC-86E5-A6BCA4600216}" dt="2026-01-25T04:18:56.757" v="1522" actId="478"/>
          <ac:spMkLst>
            <pc:docMk/>
            <pc:sldMk cId="3809472991" sldId="305"/>
            <ac:spMk id="48" creationId="{17387610-0A61-6ACE-7AE4-6B15BD0E57DC}"/>
          </ac:spMkLst>
        </pc:spChg>
        <pc:spChg chg="del">
          <ac:chgData name="Jacob Wyngaard" userId="6181fcd471e98458" providerId="LiveId" clId="{788BA123-62C9-4DDC-86E5-A6BCA4600216}" dt="2026-01-25T04:19:18.441" v="1538" actId="478"/>
          <ac:spMkLst>
            <pc:docMk/>
            <pc:sldMk cId="3809472991" sldId="305"/>
            <ac:spMk id="56" creationId="{3C684FAB-8D7E-6F2C-02F1-644BC65046F0}"/>
          </ac:spMkLst>
        </pc:spChg>
        <pc:spChg chg="mod">
          <ac:chgData name="Jacob Wyngaard" userId="6181fcd471e98458" providerId="LiveId" clId="{788BA123-62C9-4DDC-86E5-A6BCA4600216}" dt="2026-01-25T04:21:56.494" v="1685" actId="1076"/>
          <ac:spMkLst>
            <pc:docMk/>
            <pc:sldMk cId="3809472991" sldId="305"/>
            <ac:spMk id="57" creationId="{0BDB3930-4E64-8C1F-D56E-7151C2D2A897}"/>
          </ac:spMkLst>
        </pc:spChg>
        <pc:picChg chg="mod">
          <ac:chgData name="Jacob Wyngaard" userId="6181fcd471e98458" providerId="LiveId" clId="{788BA123-62C9-4DDC-86E5-A6BCA4600216}" dt="2026-01-25T04:19:00.534" v="1524" actId="1076"/>
          <ac:picMkLst>
            <pc:docMk/>
            <pc:sldMk cId="3809472991" sldId="305"/>
            <ac:picMk id="55" creationId="{71474D30-A2C3-D430-C4F4-3DD40EE5CCAF}"/>
          </ac:picMkLst>
        </pc:picChg>
        <pc:cxnChg chg="add mod">
          <ac:chgData name="Jacob Wyngaard" userId="6181fcd471e98458" providerId="LiveId" clId="{788BA123-62C9-4DDC-86E5-A6BCA4600216}" dt="2026-01-25T04:35:54.259" v="2023"/>
          <ac:cxnSpMkLst>
            <pc:docMk/>
            <pc:sldMk cId="3809472991" sldId="305"/>
            <ac:cxnSpMk id="37" creationId="{C5EB5EDF-87FF-9AB8-842E-2959212DCB29}"/>
          </ac:cxnSpMkLst>
        </pc:cxnChg>
      </pc:sldChg>
      <pc:sldChg chg="addSp delSp modSp add mod">
        <pc:chgData name="Jacob Wyngaard" userId="6181fcd471e98458" providerId="LiveId" clId="{788BA123-62C9-4DDC-86E5-A6BCA4600216}" dt="2026-01-25T04:36:39.857" v="2033"/>
        <pc:sldMkLst>
          <pc:docMk/>
          <pc:sldMk cId="866150362" sldId="306"/>
        </pc:sldMkLst>
        <pc:spChg chg="del">
          <ac:chgData name="Jacob Wyngaard" userId="6181fcd471e98458" providerId="LiveId" clId="{788BA123-62C9-4DDC-86E5-A6BCA4600216}" dt="2026-01-25T04:21:39.578" v="1684" actId="478"/>
          <ac:spMkLst>
            <pc:docMk/>
            <pc:sldMk cId="866150362" sldId="306"/>
            <ac:spMk id="11" creationId="{25226158-978A-200C-9754-584E5586388C}"/>
          </ac:spMkLst>
        </pc:spChg>
        <pc:spChg chg="add mod">
          <ac:chgData name="Jacob Wyngaard" userId="6181fcd471e98458" providerId="LiveId" clId="{788BA123-62C9-4DDC-86E5-A6BCA4600216}" dt="2026-01-25T04:35:47.186" v="2022"/>
          <ac:spMkLst>
            <pc:docMk/>
            <pc:sldMk cId="866150362" sldId="306"/>
            <ac:spMk id="20" creationId="{CD420D48-40A2-5EDA-A05D-283695EC4C9A}"/>
          </ac:spMkLst>
        </pc:spChg>
        <pc:spChg chg="add mod">
          <ac:chgData name="Jacob Wyngaard" userId="6181fcd471e98458" providerId="LiveId" clId="{788BA123-62C9-4DDC-86E5-A6BCA4600216}" dt="2026-01-25T04:36:39.857" v="2033"/>
          <ac:spMkLst>
            <pc:docMk/>
            <pc:sldMk cId="866150362" sldId="306"/>
            <ac:spMk id="34" creationId="{90BF4F2F-BC25-CC5D-05F9-5ED782B95229}"/>
          </ac:spMkLst>
        </pc:spChg>
        <pc:spChg chg="mod">
          <ac:chgData name="Jacob Wyngaard" userId="6181fcd471e98458" providerId="LiveId" clId="{788BA123-62C9-4DDC-86E5-A6BCA4600216}" dt="2026-01-25T04:21:34.968" v="1683" actId="20577"/>
          <ac:spMkLst>
            <pc:docMk/>
            <pc:sldMk cId="866150362" sldId="306"/>
            <ac:spMk id="57" creationId="{86E487EC-A4E0-7975-E894-73510818D234}"/>
          </ac:spMkLst>
        </pc:spChg>
        <pc:picChg chg="mod">
          <ac:chgData name="Jacob Wyngaard" userId="6181fcd471e98458" providerId="LiveId" clId="{788BA123-62C9-4DDC-86E5-A6BCA4600216}" dt="2026-01-25T04:35:19.081" v="2012" actId="1076"/>
          <ac:picMkLst>
            <pc:docMk/>
            <pc:sldMk cId="866150362" sldId="306"/>
            <ac:picMk id="23" creationId="{BDCADC8E-4CCE-D253-6195-D8018DE31CFC}"/>
          </ac:picMkLst>
        </pc:picChg>
        <pc:cxnChg chg="add mod">
          <ac:chgData name="Jacob Wyngaard" userId="6181fcd471e98458" providerId="LiveId" clId="{788BA123-62C9-4DDC-86E5-A6BCA4600216}" dt="2026-01-25T04:35:47.186" v="2022"/>
          <ac:cxnSpMkLst>
            <pc:docMk/>
            <pc:sldMk cId="866150362" sldId="306"/>
            <ac:cxnSpMk id="32" creationId="{D2A41C27-65CD-9E85-227E-3573C5989ED3}"/>
          </ac:cxnSpMkLst>
        </pc:cxnChg>
      </pc:sldChg>
      <pc:sldChg chg="addSp delSp modSp add mod">
        <pc:chgData name="Jacob Wyngaard" userId="6181fcd471e98458" providerId="LiveId" clId="{788BA123-62C9-4DDC-86E5-A6BCA4600216}" dt="2026-01-25T04:36:11.254" v="2028" actId="1076"/>
        <pc:sldMkLst>
          <pc:docMk/>
          <pc:sldMk cId="3389554089" sldId="307"/>
        </pc:sldMkLst>
        <pc:spChg chg="mod">
          <ac:chgData name="Jacob Wyngaard" userId="6181fcd471e98458" providerId="LiveId" clId="{788BA123-62C9-4DDC-86E5-A6BCA4600216}" dt="2026-01-25T04:23:14.838" v="1739" actId="1076"/>
          <ac:spMkLst>
            <pc:docMk/>
            <pc:sldMk cId="3389554089" sldId="307"/>
            <ac:spMk id="9" creationId="{A766272D-F625-4211-2197-50AE1876F129}"/>
          </ac:spMkLst>
        </pc:spChg>
        <pc:spChg chg="mod">
          <ac:chgData name="Jacob Wyngaard" userId="6181fcd471e98458" providerId="LiveId" clId="{788BA123-62C9-4DDC-86E5-A6BCA4600216}" dt="2026-01-25T04:23:37.135" v="1745" actId="1076"/>
          <ac:spMkLst>
            <pc:docMk/>
            <pc:sldMk cId="3389554089" sldId="307"/>
            <ac:spMk id="13" creationId="{F558AA52-6AC5-4349-5B74-2E430FD4F32F}"/>
          </ac:spMkLst>
        </pc:spChg>
        <pc:spChg chg="del">
          <ac:chgData name="Jacob Wyngaard" userId="6181fcd471e98458" providerId="LiveId" clId="{788BA123-62C9-4DDC-86E5-A6BCA4600216}" dt="2026-01-25T04:23:21.364" v="1741" actId="478"/>
          <ac:spMkLst>
            <pc:docMk/>
            <pc:sldMk cId="3389554089" sldId="307"/>
            <ac:spMk id="16" creationId="{E852932D-D61C-AC33-F66C-4E08D7B3F614}"/>
          </ac:spMkLst>
        </pc:spChg>
        <pc:spChg chg="mod">
          <ac:chgData name="Jacob Wyngaard" userId="6181fcd471e98458" providerId="LiveId" clId="{788BA123-62C9-4DDC-86E5-A6BCA4600216}" dt="2026-01-25T04:23:37.135" v="1745" actId="1076"/>
          <ac:spMkLst>
            <pc:docMk/>
            <pc:sldMk cId="3389554089" sldId="307"/>
            <ac:spMk id="17" creationId="{130293FF-7A6B-D0A1-5EB3-03EE9E7F7E4D}"/>
          </ac:spMkLst>
        </pc:spChg>
        <pc:spChg chg="mod">
          <ac:chgData name="Jacob Wyngaard" userId="6181fcd471e98458" providerId="LiveId" clId="{788BA123-62C9-4DDC-86E5-A6BCA4600216}" dt="2026-01-25T04:23:37.135" v="1745" actId="1076"/>
          <ac:spMkLst>
            <pc:docMk/>
            <pc:sldMk cId="3389554089" sldId="307"/>
            <ac:spMk id="18" creationId="{2CFD9704-E948-94C2-04D7-4FD195FB3775}"/>
          </ac:spMkLst>
        </pc:spChg>
        <pc:spChg chg="add mod">
          <ac:chgData name="Jacob Wyngaard" userId="6181fcd471e98458" providerId="LiveId" clId="{788BA123-62C9-4DDC-86E5-A6BCA4600216}" dt="2026-01-25T04:23:37.135" v="1745" actId="1076"/>
          <ac:spMkLst>
            <pc:docMk/>
            <pc:sldMk cId="3389554089" sldId="307"/>
            <ac:spMk id="20" creationId="{0CEE8EC4-58F4-7557-881F-5709BFEEC633}"/>
          </ac:spMkLst>
        </pc:spChg>
        <pc:spChg chg="mod">
          <ac:chgData name="Jacob Wyngaard" userId="6181fcd471e98458" providerId="LiveId" clId="{788BA123-62C9-4DDC-86E5-A6BCA4600216}" dt="2026-01-25T04:23:26.742" v="1742" actId="1076"/>
          <ac:spMkLst>
            <pc:docMk/>
            <pc:sldMk cId="3389554089" sldId="307"/>
            <ac:spMk id="21" creationId="{DF279EB4-58BE-4AE0-D02B-76FAB2EF779A}"/>
          </ac:spMkLst>
        </pc:spChg>
        <pc:spChg chg="del">
          <ac:chgData name="Jacob Wyngaard" userId="6181fcd471e98458" providerId="LiveId" clId="{788BA123-62C9-4DDC-86E5-A6BCA4600216}" dt="2026-01-25T04:23:20.466" v="1740" actId="478"/>
          <ac:spMkLst>
            <pc:docMk/>
            <pc:sldMk cId="3389554089" sldId="307"/>
            <ac:spMk id="24" creationId="{C13A56D8-68C3-3E76-1682-FC918D753508}"/>
          </ac:spMkLst>
        </pc:spChg>
        <pc:spChg chg="mod">
          <ac:chgData name="Jacob Wyngaard" userId="6181fcd471e98458" providerId="LiveId" clId="{788BA123-62C9-4DDC-86E5-A6BCA4600216}" dt="2026-01-25T04:23:26.742" v="1742" actId="1076"/>
          <ac:spMkLst>
            <pc:docMk/>
            <pc:sldMk cId="3389554089" sldId="307"/>
            <ac:spMk id="25" creationId="{BAAF7A99-D68D-4D15-7ACF-7D14BAC1B360}"/>
          </ac:spMkLst>
        </pc:spChg>
        <pc:spChg chg="mod">
          <ac:chgData name="Jacob Wyngaard" userId="6181fcd471e98458" providerId="LiveId" clId="{788BA123-62C9-4DDC-86E5-A6BCA4600216}" dt="2026-01-25T04:23:26.742" v="1742" actId="1076"/>
          <ac:spMkLst>
            <pc:docMk/>
            <pc:sldMk cId="3389554089" sldId="307"/>
            <ac:spMk id="26" creationId="{06E7662C-C0C7-71E3-FD27-18DAAE000A90}"/>
          </ac:spMkLst>
        </pc:spChg>
        <pc:spChg chg="mod">
          <ac:chgData name="Jacob Wyngaard" userId="6181fcd471e98458" providerId="LiveId" clId="{788BA123-62C9-4DDC-86E5-A6BCA4600216}" dt="2026-01-25T04:23:26.742" v="1742" actId="1076"/>
          <ac:spMkLst>
            <pc:docMk/>
            <pc:sldMk cId="3389554089" sldId="307"/>
            <ac:spMk id="27" creationId="{4289C6EC-4C81-24B0-94A5-27B577F4AD1E}"/>
          </ac:spMkLst>
        </pc:spChg>
        <pc:spChg chg="mod">
          <ac:chgData name="Jacob Wyngaard" userId="6181fcd471e98458" providerId="LiveId" clId="{788BA123-62C9-4DDC-86E5-A6BCA4600216}" dt="2026-01-25T04:23:37.135" v="1745" actId="1076"/>
          <ac:spMkLst>
            <pc:docMk/>
            <pc:sldMk cId="3389554089" sldId="307"/>
            <ac:spMk id="28" creationId="{94976B2F-92BC-63AA-4E2E-74B31C8B0CD5}"/>
          </ac:spMkLst>
        </pc:spChg>
        <pc:spChg chg="mod">
          <ac:chgData name="Jacob Wyngaard" userId="6181fcd471e98458" providerId="LiveId" clId="{788BA123-62C9-4DDC-86E5-A6BCA4600216}" dt="2026-01-25T04:23:26.742" v="1742" actId="1076"/>
          <ac:spMkLst>
            <pc:docMk/>
            <pc:sldMk cId="3389554089" sldId="307"/>
            <ac:spMk id="29" creationId="{33CC974B-62F4-4670-8103-0717E3F5F62B}"/>
          </ac:spMkLst>
        </pc:spChg>
        <pc:spChg chg="mod">
          <ac:chgData name="Jacob Wyngaard" userId="6181fcd471e98458" providerId="LiveId" clId="{788BA123-62C9-4DDC-86E5-A6BCA4600216}" dt="2026-01-25T04:23:37.135" v="1745" actId="1076"/>
          <ac:spMkLst>
            <pc:docMk/>
            <pc:sldMk cId="3389554089" sldId="307"/>
            <ac:spMk id="30" creationId="{66BB9361-A3FB-8DC5-4454-FEA9C35A8A5A}"/>
          </ac:spMkLst>
        </pc:spChg>
        <pc:spChg chg="add mod">
          <ac:chgData name="Jacob Wyngaard" userId="6181fcd471e98458" providerId="LiveId" clId="{788BA123-62C9-4DDC-86E5-A6BCA4600216}" dt="2026-01-25T04:23:32.161" v="1744" actId="1076"/>
          <ac:spMkLst>
            <pc:docMk/>
            <pc:sldMk cId="3389554089" sldId="307"/>
            <ac:spMk id="31" creationId="{0A9CE27F-97B9-545E-ACD6-2B41661888A3}"/>
          </ac:spMkLst>
        </pc:spChg>
        <pc:spChg chg="add mod">
          <ac:chgData name="Jacob Wyngaard" userId="6181fcd471e98458" providerId="LiveId" clId="{788BA123-62C9-4DDC-86E5-A6BCA4600216}" dt="2026-01-25T04:23:37.135" v="1745" actId="1076"/>
          <ac:spMkLst>
            <pc:docMk/>
            <pc:sldMk cId="3389554089" sldId="307"/>
            <ac:spMk id="33" creationId="{62B7ECAB-37F7-A198-ED8E-17FFF9546971}"/>
          </ac:spMkLst>
        </pc:spChg>
        <pc:spChg chg="add mod">
          <ac:chgData name="Jacob Wyngaard" userId="6181fcd471e98458" providerId="LiveId" clId="{788BA123-62C9-4DDC-86E5-A6BCA4600216}" dt="2026-01-25T04:23:32.161" v="1744" actId="1076"/>
          <ac:spMkLst>
            <pc:docMk/>
            <pc:sldMk cId="3389554089" sldId="307"/>
            <ac:spMk id="34" creationId="{38ECD5DB-4032-E538-D427-C51FDCBA2339}"/>
          </ac:spMkLst>
        </pc:spChg>
        <pc:spChg chg="add mod">
          <ac:chgData name="Jacob Wyngaard" userId="6181fcd471e98458" providerId="LiveId" clId="{788BA123-62C9-4DDC-86E5-A6BCA4600216}" dt="2026-01-25T04:23:37.135" v="1745" actId="1076"/>
          <ac:spMkLst>
            <pc:docMk/>
            <pc:sldMk cId="3389554089" sldId="307"/>
            <ac:spMk id="36" creationId="{6F21F011-4990-8D62-7962-C2A6D8D27374}"/>
          </ac:spMkLst>
        </pc:spChg>
        <pc:spChg chg="add del mod">
          <ac:chgData name="Jacob Wyngaard" userId="6181fcd471e98458" providerId="LiveId" clId="{788BA123-62C9-4DDC-86E5-A6BCA4600216}" dt="2026-01-25T04:26:23.723" v="1816" actId="478"/>
          <ac:spMkLst>
            <pc:docMk/>
            <pc:sldMk cId="3389554089" sldId="307"/>
            <ac:spMk id="39" creationId="{8E1D9443-F70A-CD1C-720E-66A844BF0360}"/>
          </ac:spMkLst>
        </pc:spChg>
        <pc:spChg chg="add mod">
          <ac:chgData name="Jacob Wyngaard" userId="6181fcd471e98458" providerId="LiveId" clId="{788BA123-62C9-4DDC-86E5-A6BCA4600216}" dt="2026-01-25T04:29:12.426" v="1914" actId="1035"/>
          <ac:spMkLst>
            <pc:docMk/>
            <pc:sldMk cId="3389554089" sldId="307"/>
            <ac:spMk id="40" creationId="{6F9DCA67-5BC5-BECF-F9E2-4FD29B50E926}"/>
          </ac:spMkLst>
        </pc:spChg>
        <pc:spChg chg="del mod">
          <ac:chgData name="Jacob Wyngaard" userId="6181fcd471e98458" providerId="LiveId" clId="{788BA123-62C9-4DDC-86E5-A6BCA4600216}" dt="2026-01-25T04:26:23.195" v="1815" actId="478"/>
          <ac:spMkLst>
            <pc:docMk/>
            <pc:sldMk cId="3389554089" sldId="307"/>
            <ac:spMk id="41" creationId="{69A5DDC5-278A-ADD4-4F31-8DD2D494D652}"/>
          </ac:spMkLst>
        </pc:spChg>
        <pc:spChg chg="add del mod">
          <ac:chgData name="Jacob Wyngaard" userId="6181fcd471e98458" providerId="LiveId" clId="{788BA123-62C9-4DDC-86E5-A6BCA4600216}" dt="2026-01-25T04:26:21.993" v="1813" actId="478"/>
          <ac:spMkLst>
            <pc:docMk/>
            <pc:sldMk cId="3389554089" sldId="307"/>
            <ac:spMk id="42" creationId="{78F71025-6B68-3226-32A4-D6BD0E357FA9}"/>
          </ac:spMkLst>
        </pc:spChg>
        <pc:spChg chg="add del mod">
          <ac:chgData name="Jacob Wyngaard" userId="6181fcd471e98458" providerId="LiveId" clId="{788BA123-62C9-4DDC-86E5-A6BCA4600216}" dt="2026-01-25T04:26:22.390" v="1814" actId="478"/>
          <ac:spMkLst>
            <pc:docMk/>
            <pc:sldMk cId="3389554089" sldId="307"/>
            <ac:spMk id="43" creationId="{E0D51130-97EE-7444-F658-0DDF5125B4ED}"/>
          </ac:spMkLst>
        </pc:spChg>
        <pc:spChg chg="add del mod">
          <ac:chgData name="Jacob Wyngaard" userId="6181fcd471e98458" providerId="LiveId" clId="{788BA123-62C9-4DDC-86E5-A6BCA4600216}" dt="2026-01-25T04:26:21.223" v="1812" actId="478"/>
          <ac:spMkLst>
            <pc:docMk/>
            <pc:sldMk cId="3389554089" sldId="307"/>
            <ac:spMk id="44" creationId="{FDDC71F4-1903-5BFE-7366-A59AA52DDE2C}"/>
          </ac:spMkLst>
        </pc:spChg>
        <pc:spChg chg="add mod">
          <ac:chgData name="Jacob Wyngaard" userId="6181fcd471e98458" providerId="LiveId" clId="{788BA123-62C9-4DDC-86E5-A6BCA4600216}" dt="2026-01-25T04:27:10.221" v="1863" actId="1076"/>
          <ac:spMkLst>
            <pc:docMk/>
            <pc:sldMk cId="3389554089" sldId="307"/>
            <ac:spMk id="45" creationId="{FF13D23A-E314-813C-44D8-C7F8CEDC35E3}"/>
          </ac:spMkLst>
        </pc:spChg>
        <pc:spChg chg="add mod">
          <ac:chgData name="Jacob Wyngaard" userId="6181fcd471e98458" providerId="LiveId" clId="{788BA123-62C9-4DDC-86E5-A6BCA4600216}" dt="2026-01-25T04:27:16.957" v="1864" actId="1076"/>
          <ac:spMkLst>
            <pc:docMk/>
            <pc:sldMk cId="3389554089" sldId="307"/>
            <ac:spMk id="46" creationId="{5E322C8D-27E4-5C1C-EB18-A74391810472}"/>
          </ac:spMkLst>
        </pc:spChg>
        <pc:spChg chg="add mod">
          <ac:chgData name="Jacob Wyngaard" userId="6181fcd471e98458" providerId="LiveId" clId="{788BA123-62C9-4DDC-86E5-A6BCA4600216}" dt="2026-01-25T04:27:30.592" v="1867" actId="113"/>
          <ac:spMkLst>
            <pc:docMk/>
            <pc:sldMk cId="3389554089" sldId="307"/>
            <ac:spMk id="47" creationId="{9CBAE607-76E7-A0DD-6216-E725343094F6}"/>
          </ac:spMkLst>
        </pc:spChg>
        <pc:spChg chg="add mod">
          <ac:chgData name="Jacob Wyngaard" userId="6181fcd471e98458" providerId="LiveId" clId="{788BA123-62C9-4DDC-86E5-A6BCA4600216}" dt="2026-01-25T04:27:33.261" v="1868" actId="113"/>
          <ac:spMkLst>
            <pc:docMk/>
            <pc:sldMk cId="3389554089" sldId="307"/>
            <ac:spMk id="48" creationId="{E4468684-1F42-9CF3-79EA-F651E0D37F27}"/>
          </ac:spMkLst>
        </pc:spChg>
        <pc:spChg chg="add mod">
          <ac:chgData name="Jacob Wyngaard" userId="6181fcd471e98458" providerId="LiveId" clId="{788BA123-62C9-4DDC-86E5-A6BCA4600216}" dt="2026-01-25T04:27:50.460" v="1890" actId="14100"/>
          <ac:spMkLst>
            <pc:docMk/>
            <pc:sldMk cId="3389554089" sldId="307"/>
            <ac:spMk id="49" creationId="{78386B3B-D776-E3BD-01E9-569899011DA5}"/>
          </ac:spMkLst>
        </pc:spChg>
        <pc:spChg chg="add mod">
          <ac:chgData name="Jacob Wyngaard" userId="6181fcd471e98458" providerId="LiveId" clId="{788BA123-62C9-4DDC-86E5-A6BCA4600216}" dt="2026-01-25T04:28:03.542" v="1899" actId="1076"/>
          <ac:spMkLst>
            <pc:docMk/>
            <pc:sldMk cId="3389554089" sldId="307"/>
            <ac:spMk id="50" creationId="{47C6B1C7-32EE-7D16-1EB3-D4477F75718A}"/>
          </ac:spMkLst>
        </pc:spChg>
        <pc:spChg chg="add mod">
          <ac:chgData name="Jacob Wyngaard" userId="6181fcd471e98458" providerId="LiveId" clId="{788BA123-62C9-4DDC-86E5-A6BCA4600216}" dt="2026-01-25T04:29:15.925" v="1915" actId="14100"/>
          <ac:spMkLst>
            <pc:docMk/>
            <pc:sldMk cId="3389554089" sldId="307"/>
            <ac:spMk id="51" creationId="{F3B259CF-B165-0147-99D9-F3F6E244F623}"/>
          </ac:spMkLst>
        </pc:spChg>
        <pc:spChg chg="add mod">
          <ac:chgData name="Jacob Wyngaard" userId="6181fcd471e98458" providerId="LiveId" clId="{788BA123-62C9-4DDC-86E5-A6BCA4600216}" dt="2026-01-25T04:29:26.319" v="1918" actId="14100"/>
          <ac:spMkLst>
            <pc:docMk/>
            <pc:sldMk cId="3389554089" sldId="307"/>
            <ac:spMk id="52" creationId="{4EB35039-A5C8-F13B-B63D-05A36CA44F13}"/>
          </ac:spMkLst>
        </pc:spChg>
        <pc:spChg chg="add mod">
          <ac:chgData name="Jacob Wyngaard" userId="6181fcd471e98458" providerId="LiveId" clId="{788BA123-62C9-4DDC-86E5-A6BCA4600216}" dt="2026-01-25T04:31:36.332" v="1929" actId="14100"/>
          <ac:spMkLst>
            <pc:docMk/>
            <pc:sldMk cId="3389554089" sldId="307"/>
            <ac:spMk id="53" creationId="{61783A2F-8FCC-9752-7B96-4EC01346973E}"/>
          </ac:spMkLst>
        </pc:spChg>
        <pc:spChg chg="add mod">
          <ac:chgData name="Jacob Wyngaard" userId="6181fcd471e98458" providerId="LiveId" clId="{788BA123-62C9-4DDC-86E5-A6BCA4600216}" dt="2026-01-25T04:31:32.520" v="1928" actId="14100"/>
          <ac:spMkLst>
            <pc:docMk/>
            <pc:sldMk cId="3389554089" sldId="307"/>
            <ac:spMk id="54" creationId="{365A1BBE-3073-CD5B-8C1E-DA8B1D0B3525}"/>
          </ac:spMkLst>
        </pc:spChg>
        <pc:spChg chg="add mod">
          <ac:chgData name="Jacob Wyngaard" userId="6181fcd471e98458" providerId="LiveId" clId="{788BA123-62C9-4DDC-86E5-A6BCA4600216}" dt="2026-01-25T04:31:42.957" v="1932" actId="14100"/>
          <ac:spMkLst>
            <pc:docMk/>
            <pc:sldMk cId="3389554089" sldId="307"/>
            <ac:spMk id="55" creationId="{EE9F23E6-F7B1-F734-9B2F-A030FDE81C55}"/>
          </ac:spMkLst>
        </pc:spChg>
        <pc:spChg chg="add mod">
          <ac:chgData name="Jacob Wyngaard" userId="6181fcd471e98458" providerId="LiveId" clId="{788BA123-62C9-4DDC-86E5-A6BCA4600216}" dt="2026-01-25T04:31:44.974" v="1933" actId="14100"/>
          <ac:spMkLst>
            <pc:docMk/>
            <pc:sldMk cId="3389554089" sldId="307"/>
            <ac:spMk id="56" creationId="{BCC3E6DC-464B-5CF2-4B86-EB2112930D29}"/>
          </ac:spMkLst>
        </pc:spChg>
        <pc:spChg chg="add mod">
          <ac:chgData name="Jacob Wyngaard" userId="6181fcd471e98458" providerId="LiveId" clId="{788BA123-62C9-4DDC-86E5-A6BCA4600216}" dt="2026-01-25T04:31:47.860" v="1934" actId="14100"/>
          <ac:spMkLst>
            <pc:docMk/>
            <pc:sldMk cId="3389554089" sldId="307"/>
            <ac:spMk id="57" creationId="{8C1B5A39-AF70-B9D5-4D03-43AE053ECCAA}"/>
          </ac:spMkLst>
        </pc:spChg>
        <pc:spChg chg="add mod">
          <ac:chgData name="Jacob Wyngaard" userId="6181fcd471e98458" providerId="LiveId" clId="{788BA123-62C9-4DDC-86E5-A6BCA4600216}" dt="2026-01-25T04:31:51.527" v="1939" actId="14100"/>
          <ac:spMkLst>
            <pc:docMk/>
            <pc:sldMk cId="3389554089" sldId="307"/>
            <ac:spMk id="58" creationId="{708E0050-9540-6910-DE2E-18848EBA7A1F}"/>
          </ac:spMkLst>
        </pc:spChg>
        <pc:spChg chg="add mod">
          <ac:chgData name="Jacob Wyngaard" userId="6181fcd471e98458" providerId="LiveId" clId="{788BA123-62C9-4DDC-86E5-A6BCA4600216}" dt="2026-01-25T04:31:58.004" v="1946" actId="14100"/>
          <ac:spMkLst>
            <pc:docMk/>
            <pc:sldMk cId="3389554089" sldId="307"/>
            <ac:spMk id="59" creationId="{86F5584F-C976-DB30-1A9A-D3D07DF151DB}"/>
          </ac:spMkLst>
        </pc:spChg>
        <pc:spChg chg="add mod">
          <ac:chgData name="Jacob Wyngaard" userId="6181fcd471e98458" providerId="LiveId" clId="{788BA123-62C9-4DDC-86E5-A6BCA4600216}" dt="2026-01-25T04:32:00.240" v="1947" actId="14100"/>
          <ac:spMkLst>
            <pc:docMk/>
            <pc:sldMk cId="3389554089" sldId="307"/>
            <ac:spMk id="60" creationId="{B3E9DB15-10C2-3312-9490-2BD40AEF9264}"/>
          </ac:spMkLst>
        </pc:spChg>
        <pc:spChg chg="add mod">
          <ac:chgData name="Jacob Wyngaard" userId="6181fcd471e98458" providerId="LiveId" clId="{788BA123-62C9-4DDC-86E5-A6BCA4600216}" dt="2026-01-25T04:32:09.395" v="1949" actId="14100"/>
          <ac:spMkLst>
            <pc:docMk/>
            <pc:sldMk cId="3389554089" sldId="307"/>
            <ac:spMk id="61" creationId="{4B2162E6-7209-B2B3-E036-906765FCDD01}"/>
          </ac:spMkLst>
        </pc:spChg>
        <pc:spChg chg="add mod">
          <ac:chgData name="Jacob Wyngaard" userId="6181fcd471e98458" providerId="LiveId" clId="{788BA123-62C9-4DDC-86E5-A6BCA4600216}" dt="2026-01-25T04:32:11.610" v="1950" actId="14100"/>
          <ac:spMkLst>
            <pc:docMk/>
            <pc:sldMk cId="3389554089" sldId="307"/>
            <ac:spMk id="62" creationId="{0DC22D35-7097-8543-2C99-DF0864A5B653}"/>
          </ac:spMkLst>
        </pc:spChg>
        <pc:spChg chg="add mod">
          <ac:chgData name="Jacob Wyngaard" userId="6181fcd471e98458" providerId="LiveId" clId="{788BA123-62C9-4DDC-86E5-A6BCA4600216}" dt="2026-01-25T04:32:15.966" v="1951" actId="14100"/>
          <ac:spMkLst>
            <pc:docMk/>
            <pc:sldMk cId="3389554089" sldId="307"/>
            <ac:spMk id="63" creationId="{341829BB-D89B-D603-1132-4A3C32164C1E}"/>
          </ac:spMkLst>
        </pc:spChg>
        <pc:spChg chg="add mod">
          <ac:chgData name="Jacob Wyngaard" userId="6181fcd471e98458" providerId="LiveId" clId="{788BA123-62C9-4DDC-86E5-A6BCA4600216}" dt="2026-01-25T04:32:19.678" v="1952" actId="14100"/>
          <ac:spMkLst>
            <pc:docMk/>
            <pc:sldMk cId="3389554089" sldId="307"/>
            <ac:spMk id="64" creationId="{94767AF7-78A9-F871-A689-F686936DE61A}"/>
          </ac:spMkLst>
        </pc:spChg>
        <pc:spChg chg="add mod">
          <ac:chgData name="Jacob Wyngaard" userId="6181fcd471e98458" providerId="LiveId" clId="{788BA123-62C9-4DDC-86E5-A6BCA4600216}" dt="2026-01-25T04:32:22.156" v="1953" actId="14100"/>
          <ac:spMkLst>
            <pc:docMk/>
            <pc:sldMk cId="3389554089" sldId="307"/>
            <ac:spMk id="65" creationId="{5B1E7D9C-CCD3-53ED-42BC-E79B7421CDC1}"/>
          </ac:spMkLst>
        </pc:spChg>
        <pc:spChg chg="add mod">
          <ac:chgData name="Jacob Wyngaard" userId="6181fcd471e98458" providerId="LiveId" clId="{788BA123-62C9-4DDC-86E5-A6BCA4600216}" dt="2026-01-25T04:36:05.692" v="2026" actId="1076"/>
          <ac:spMkLst>
            <pc:docMk/>
            <pc:sldMk cId="3389554089" sldId="307"/>
            <ac:spMk id="66" creationId="{AB353317-0C19-5E8A-FDFA-C9A445F58776}"/>
          </ac:spMkLst>
        </pc:spChg>
        <pc:spChg chg="add mod">
          <ac:chgData name="Jacob Wyngaard" userId="6181fcd471e98458" providerId="LiveId" clId="{788BA123-62C9-4DDC-86E5-A6BCA4600216}" dt="2026-01-25T04:36:11.254" v="2028" actId="1076"/>
          <ac:spMkLst>
            <pc:docMk/>
            <pc:sldMk cId="3389554089" sldId="307"/>
            <ac:spMk id="68" creationId="{39C33EA7-000D-2E4B-51C4-FB7814777BBA}"/>
          </ac:spMkLst>
        </pc:spChg>
        <pc:cxnChg chg="add mod">
          <ac:chgData name="Jacob Wyngaard" userId="6181fcd471e98458" providerId="LiveId" clId="{788BA123-62C9-4DDC-86E5-A6BCA4600216}" dt="2026-01-25T04:36:05.692" v="2026" actId="1076"/>
          <ac:cxnSpMkLst>
            <pc:docMk/>
            <pc:sldMk cId="3389554089" sldId="307"/>
            <ac:cxnSpMk id="67" creationId="{4F480BB4-4368-B96D-129C-9CAAA947B357}"/>
          </ac:cxnSpMkLst>
        </pc:cxnChg>
        <pc:cxnChg chg="add mod">
          <ac:chgData name="Jacob Wyngaard" userId="6181fcd471e98458" providerId="LiveId" clId="{788BA123-62C9-4DDC-86E5-A6BCA4600216}" dt="2026-01-25T04:36:11.254" v="2028" actId="1076"/>
          <ac:cxnSpMkLst>
            <pc:docMk/>
            <pc:sldMk cId="3389554089" sldId="307"/>
            <ac:cxnSpMk id="69" creationId="{6D3B035B-892C-B373-45D4-C97C36335D76}"/>
          </ac:cxnSpMkLst>
        </pc:cxnChg>
      </pc:sldChg>
      <pc:sldChg chg="delSp add del mod">
        <pc:chgData name="Jacob Wyngaard" userId="6181fcd471e98458" providerId="LiveId" clId="{788BA123-62C9-4DDC-86E5-A6BCA4600216}" dt="2026-01-25T04:35:26.284" v="2015" actId="47"/>
        <pc:sldMkLst>
          <pc:docMk/>
          <pc:sldMk cId="1437863533" sldId="308"/>
        </pc:sldMkLst>
        <pc:picChg chg="del">
          <ac:chgData name="Jacob Wyngaard" userId="6181fcd471e98458" providerId="LiveId" clId="{788BA123-62C9-4DDC-86E5-A6BCA4600216}" dt="2026-01-25T04:35:22.633" v="2014" actId="478"/>
          <ac:picMkLst>
            <pc:docMk/>
            <pc:sldMk cId="1437863533" sldId="308"/>
            <ac:picMk id="23" creationId="{A6041EE2-D385-759E-CE0F-B1A54B4D45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6581-B759-1E8C-FBE0-A0443185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1C8CE-3ACF-41C2-5C8A-E4326326C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654DD-8DC5-54F3-774B-D21470AC6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3E208-2B54-0229-A775-8D836FB2F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08B6-EC22-FE62-4B20-36D57280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E3239-38A1-4932-FD4E-B7DC22DA8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187B1-9158-2837-D8F3-DE6860F55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5804A-D659-47F8-EB0D-CDBEC7227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05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07B22-5FC7-28D6-6D15-3483528A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7108C-4D39-6BE1-2343-2D9A97EDD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81C8E-4704-B79A-BECF-5BAFFD516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C80D2-1509-F853-CBD0-E629A0CEE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1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25F3-78FB-4391-1C70-200CA6E2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08E86-5ECA-5B59-007D-619BE8708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5F3D0-0FA6-95B9-A820-BA6BFFE02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8CEF5-7F09-F1D2-04FF-7B0148936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67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81300-BFB9-67F4-5474-2392CA52D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5C332-7CEF-F937-E78B-B3463978A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CFC1E-7AD3-C32F-239A-E47BC32D1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5D830-062F-C35D-3A91-98AD58D51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58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234E-EF8C-DA18-63F1-AD05252E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0B6A3-C496-8DE1-3805-FB4480AE7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67CDF-7995-2272-339C-3AC5A258D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19446-4928-B15B-A25F-8A49A2235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23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0FA82-C334-67E0-A514-3F3B8D2B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331D7-5751-B8E5-80D9-11ED9B323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C9A74-7312-8AD0-40C8-53344F45D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1129A-2600-4318-E13A-9F754BBA8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69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DA9F-B98D-61DA-F3B3-EB68526B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AA5EC-06C3-9777-02E8-C55AB4EBC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09F89-EBF0-E565-DF96-59B2E3A00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28A79-7680-C6CC-0633-3536E2C3D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80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5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39.png"/><Relationship Id="rId3" Type="http://schemas.openxmlformats.org/officeDocument/2006/relationships/image" Target="../media/image25.png"/><Relationship Id="rId7" Type="http://schemas.openxmlformats.org/officeDocument/2006/relationships/image" Target="../media/image5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7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6.png"/><Relationship Id="rId1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43.png"/><Relationship Id="rId3" Type="http://schemas.openxmlformats.org/officeDocument/2006/relationships/image" Target="../media/image25.png"/><Relationship Id="rId7" Type="http://schemas.openxmlformats.org/officeDocument/2006/relationships/image" Target="../media/image5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1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6.png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47.png"/><Relationship Id="rId3" Type="http://schemas.openxmlformats.org/officeDocument/2006/relationships/image" Target="../media/image25.png"/><Relationship Id="rId7" Type="http://schemas.openxmlformats.org/officeDocument/2006/relationships/image" Target="../media/image5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5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10" Type="http://schemas.openxmlformats.org/officeDocument/2006/relationships/image" Target="../media/image44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Relationship Id="rId1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94968" y="1152313"/>
            <a:ext cx="55060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MATH 242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Analytic Geometry and Calculus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14A67-3F86-5A8F-0EE3-3803EFD0BEF8}"/>
              </a:ext>
            </a:extLst>
          </p:cNvPr>
          <p:cNvSpPr txBox="1"/>
          <p:nvPr/>
        </p:nvSpPr>
        <p:spPr>
          <a:xfrm>
            <a:off x="2104102" y="3091305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Section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4025-07E0-36B3-2DA4-1831685F14E6}"/>
              </a:ext>
            </a:extLst>
          </p:cNvPr>
          <p:cNvSpPr txBox="1"/>
          <p:nvPr/>
        </p:nvSpPr>
        <p:spPr>
          <a:xfrm>
            <a:off x="1049592" y="3552970"/>
            <a:ext cx="399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Instructor: Jacob Wyngaard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C48F4-EC8B-9D87-E495-936CA1EC5A08}"/>
              </a:ext>
            </a:extLst>
          </p:cNvPr>
          <p:cNvSpPr txBox="1"/>
          <p:nvPr/>
        </p:nvSpPr>
        <p:spPr>
          <a:xfrm>
            <a:off x="2015613" y="4476300"/>
            <a:ext cx="388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Shell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1A90-B52D-E6E5-623C-66B986F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5"/>
          <a:stretch>
            <a:fillRect/>
          </a:stretch>
        </p:blipFill>
        <p:spPr>
          <a:xfrm>
            <a:off x="6479458" y="3719668"/>
            <a:ext cx="5735381" cy="300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B6994-0D6B-FF95-9B8F-20F0EA24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5" y="259823"/>
            <a:ext cx="4182960" cy="40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0E085-441C-FBE9-62A7-1C60748B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4BE342-DFB3-69B4-1BB1-3B5F1163D56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5BD762-00B0-D748-D2E6-9F78CC4B516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5283D-701A-3259-9FBE-CA139B948748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FDF21E-A976-5012-4EB3-703E2E580565}"/>
              </a:ext>
            </a:extLst>
          </p:cNvPr>
          <p:cNvSpPr txBox="1"/>
          <p:nvPr/>
        </p:nvSpPr>
        <p:spPr>
          <a:xfrm>
            <a:off x="-294968" y="1878796"/>
            <a:ext cx="7059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Suppose we want to find the volume of an onion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491DBE-8981-CF8C-31AF-A205CAD74EB5}"/>
                  </a:ext>
                </a:extLst>
              </p:cNvPr>
              <p:cNvSpPr txBox="1"/>
              <p:nvPr/>
            </p:nvSpPr>
            <p:spPr>
              <a:xfrm>
                <a:off x="6764594" y="4166925"/>
                <a:ext cx="3941199" cy="770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491DBE-8981-CF8C-31AF-A205CAD74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594" y="4166925"/>
                <a:ext cx="3941199" cy="770917"/>
              </a:xfrm>
              <a:prstGeom prst="rect">
                <a:avLst/>
              </a:prstGeom>
              <a:blipFill>
                <a:blip r:embed="rId3"/>
                <a:stretch>
                  <a:fillRect l="-4025" b="-18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513910-005D-7375-AD8F-1E735AAB1C84}"/>
                  </a:ext>
                </a:extLst>
              </p:cNvPr>
              <p:cNvSpPr txBox="1"/>
              <p:nvPr/>
            </p:nvSpPr>
            <p:spPr>
              <a:xfrm>
                <a:off x="5914103" y="2930013"/>
                <a:ext cx="6096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If we know the radius of the onion (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) as a function of height, we can compute the volume using the disk method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513910-005D-7375-AD8F-1E735AAB1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103" y="2930013"/>
                <a:ext cx="6096000" cy="1200329"/>
              </a:xfrm>
              <a:prstGeom prst="rect">
                <a:avLst/>
              </a:prstGeom>
              <a:blipFill>
                <a:blip r:embed="rId4"/>
                <a:stretch>
                  <a:fillRect t="-4061" r="-100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C31FEEB-DEFF-639B-49FE-A922689262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547814" y="2663313"/>
            <a:ext cx="2800350" cy="333375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39FB2E-1036-A4C1-9F39-EE93AA5F165F}"/>
              </a:ext>
            </a:extLst>
          </p:cNvPr>
          <p:cNvCxnSpPr>
            <a:cxnSpLocks/>
          </p:cNvCxnSpPr>
          <p:nvPr/>
        </p:nvCxnSpPr>
        <p:spPr>
          <a:xfrm>
            <a:off x="1143462" y="4340020"/>
            <a:ext cx="44609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553AF3-B38C-8DA4-9398-15B3D4742D48}"/>
              </a:ext>
            </a:extLst>
          </p:cNvPr>
          <p:cNvCxnSpPr>
            <a:cxnSpLocks/>
          </p:cNvCxnSpPr>
          <p:nvPr/>
        </p:nvCxnSpPr>
        <p:spPr>
          <a:xfrm flipV="1">
            <a:off x="1143462" y="2812026"/>
            <a:ext cx="0" cy="1537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430161-0B2F-2ECD-D310-3ACC57788CDB}"/>
              </a:ext>
            </a:extLst>
          </p:cNvPr>
          <p:cNvCxnSpPr/>
          <p:nvPr/>
        </p:nvCxnSpPr>
        <p:spPr>
          <a:xfrm flipV="1">
            <a:off x="1143462" y="2674374"/>
            <a:ext cx="0" cy="550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7D1BE66-7EFB-9B7F-EC18-14553CA98249}"/>
              </a:ext>
            </a:extLst>
          </p:cNvPr>
          <p:cNvCxnSpPr>
            <a:cxnSpLocks/>
          </p:cNvCxnSpPr>
          <p:nvPr/>
        </p:nvCxnSpPr>
        <p:spPr>
          <a:xfrm>
            <a:off x="5338916" y="4340020"/>
            <a:ext cx="3932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66B34D9-AD77-57E9-6675-B2EE2CA6D7BE}"/>
              </a:ext>
            </a:extLst>
          </p:cNvPr>
          <p:cNvSpPr/>
          <p:nvPr/>
        </p:nvSpPr>
        <p:spPr>
          <a:xfrm>
            <a:off x="1556417" y="3316790"/>
            <a:ext cx="2467897" cy="959970"/>
          </a:xfrm>
          <a:custGeom>
            <a:avLst/>
            <a:gdLst>
              <a:gd name="csX0" fmla="*/ 0 w 2467897"/>
              <a:gd name="csY0" fmla="*/ 959970 h 959970"/>
              <a:gd name="csX1" fmla="*/ 127819 w 2467897"/>
              <a:gd name="csY1" fmla="*/ 478189 h 959970"/>
              <a:gd name="csX2" fmla="*/ 639097 w 2467897"/>
              <a:gd name="csY2" fmla="*/ 25906 h 959970"/>
              <a:gd name="csX3" fmla="*/ 1317522 w 2467897"/>
              <a:gd name="csY3" fmla="*/ 114396 h 959970"/>
              <a:gd name="csX4" fmla="*/ 1818968 w 2467897"/>
              <a:gd name="csY4" fmla="*/ 606009 h 959970"/>
              <a:gd name="csX5" fmla="*/ 1927122 w 2467897"/>
              <a:gd name="csY5" fmla="*/ 743660 h 959970"/>
              <a:gd name="csX6" fmla="*/ 2467897 w 2467897"/>
              <a:gd name="csY6" fmla="*/ 920641 h 959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67897" h="959970">
                <a:moveTo>
                  <a:pt x="0" y="959970"/>
                </a:moveTo>
                <a:cubicBezTo>
                  <a:pt x="10651" y="796918"/>
                  <a:pt x="21303" y="633866"/>
                  <a:pt x="127819" y="478189"/>
                </a:cubicBezTo>
                <a:cubicBezTo>
                  <a:pt x="234335" y="322512"/>
                  <a:pt x="440813" y="86538"/>
                  <a:pt x="639097" y="25906"/>
                </a:cubicBezTo>
                <a:cubicBezTo>
                  <a:pt x="837381" y="-34726"/>
                  <a:pt x="1120877" y="17712"/>
                  <a:pt x="1317522" y="114396"/>
                </a:cubicBezTo>
                <a:cubicBezTo>
                  <a:pt x="1514167" y="211080"/>
                  <a:pt x="1717368" y="501132"/>
                  <a:pt x="1818968" y="606009"/>
                </a:cubicBezTo>
                <a:cubicBezTo>
                  <a:pt x="1920568" y="710886"/>
                  <a:pt x="1818967" y="691221"/>
                  <a:pt x="1927122" y="743660"/>
                </a:cubicBezTo>
                <a:cubicBezTo>
                  <a:pt x="2035277" y="796099"/>
                  <a:pt x="2251587" y="858370"/>
                  <a:pt x="2467897" y="920641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CB0775-9D46-E3AB-41DA-41EBC4EC8DBD}"/>
                  </a:ext>
                </a:extLst>
              </p:cNvPr>
              <p:cNvSpPr txBox="1"/>
              <p:nvPr/>
            </p:nvSpPr>
            <p:spPr>
              <a:xfrm>
                <a:off x="5726084" y="4029164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CB0775-9D46-E3AB-41DA-41EBC4EC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84" y="4029164"/>
                <a:ext cx="37603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D9F4CB9-695B-36A8-1FF1-1131D1FBF97C}"/>
                  </a:ext>
                </a:extLst>
              </p:cNvPr>
              <p:cNvSpPr txBox="1"/>
              <p:nvPr/>
            </p:nvSpPr>
            <p:spPr>
              <a:xfrm>
                <a:off x="698599" y="2459273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D9F4CB9-695B-36A8-1FF1-1131D1FBF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99" y="2459273"/>
                <a:ext cx="37603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5ABEA0A-4D8E-88AB-6413-80008FD5E945}"/>
                  </a:ext>
                </a:extLst>
              </p:cNvPr>
              <p:cNvSpPr txBox="1"/>
              <p:nvPr/>
            </p:nvSpPr>
            <p:spPr>
              <a:xfrm>
                <a:off x="3226440" y="3345235"/>
                <a:ext cx="3760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5ABEA0A-4D8E-88AB-6413-80008FD5E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440" y="3345235"/>
                <a:ext cx="376038" cy="523220"/>
              </a:xfrm>
              <a:prstGeom prst="rect">
                <a:avLst/>
              </a:prstGeom>
              <a:blipFill>
                <a:blip r:embed="rId9"/>
                <a:stretch>
                  <a:fillRect r="-95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F59F34-E1C5-E90B-C0C4-7D4DAD5E9A63}"/>
                  </a:ext>
                </a:extLst>
              </p:cNvPr>
              <p:cNvSpPr txBox="1"/>
              <p:nvPr/>
            </p:nvSpPr>
            <p:spPr>
              <a:xfrm>
                <a:off x="7116929" y="5087932"/>
                <a:ext cx="36903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F59F34-E1C5-E90B-C0C4-7D4DAD5E9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929" y="5087932"/>
                <a:ext cx="369034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A4454E-6416-E3FD-D97E-F6E014DC6D1E}"/>
              </a:ext>
            </a:extLst>
          </p:cNvPr>
          <p:cNvCxnSpPr>
            <a:cxnSpLocks/>
          </p:cNvCxnSpPr>
          <p:nvPr/>
        </p:nvCxnSpPr>
        <p:spPr>
          <a:xfrm>
            <a:off x="4275303" y="428076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145550-7E43-6585-27D0-4EFC33A04E9A}"/>
                  </a:ext>
                </a:extLst>
              </p:cNvPr>
              <p:cNvSpPr txBox="1"/>
              <p:nvPr/>
            </p:nvSpPr>
            <p:spPr>
              <a:xfrm>
                <a:off x="3760493" y="4469961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145550-7E43-6585-27D0-4EFC33A04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493" y="4469961"/>
                <a:ext cx="109620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7A4A2DF-ED86-62CC-F774-01782316D8EA}"/>
                  </a:ext>
                </a:extLst>
              </p:cNvPr>
              <p:cNvSpPr txBox="1"/>
              <p:nvPr/>
            </p:nvSpPr>
            <p:spPr>
              <a:xfrm>
                <a:off x="756392" y="4450322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7A4A2DF-ED86-62CC-F774-01782316D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2" y="4450322"/>
                <a:ext cx="109620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B2A8CF-15EB-40E1-B82D-D254A4A47338}"/>
              </a:ext>
            </a:extLst>
          </p:cNvPr>
          <p:cNvCxnSpPr>
            <a:cxnSpLocks/>
          </p:cNvCxnSpPr>
          <p:nvPr/>
        </p:nvCxnSpPr>
        <p:spPr>
          <a:xfrm>
            <a:off x="1541938" y="4267343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E0C2F9-4EFE-D703-96A0-BACACC4562B8}"/>
              </a:ext>
            </a:extLst>
          </p:cNvPr>
          <p:cNvCxnSpPr/>
          <p:nvPr/>
        </p:nvCxnSpPr>
        <p:spPr>
          <a:xfrm>
            <a:off x="4008484" y="4239602"/>
            <a:ext cx="250989" cy="1004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0F3383-BC44-C999-354B-8546D276157B}"/>
                  </a:ext>
                </a:extLst>
              </p:cNvPr>
              <p:cNvSpPr txBox="1"/>
              <p:nvPr/>
            </p:nvSpPr>
            <p:spPr>
              <a:xfrm>
                <a:off x="6883348" y="5686983"/>
                <a:ext cx="4364756" cy="770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F0F3383-BC44-C999-354B-8546D2761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48" y="5686983"/>
                <a:ext cx="4364756" cy="770917"/>
              </a:xfrm>
              <a:prstGeom prst="rect">
                <a:avLst/>
              </a:prstGeom>
              <a:blipFill>
                <a:blip r:embed="rId13"/>
                <a:stretch>
                  <a:fillRect l="-3492" b="-18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44F008C-2CB6-4CB4-5563-0EF8B99FE282}"/>
              </a:ext>
            </a:extLst>
          </p:cNvPr>
          <p:cNvSpPr/>
          <p:nvPr/>
        </p:nvSpPr>
        <p:spPr>
          <a:xfrm>
            <a:off x="4758813" y="4109847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F16506F-601A-6F1F-1B25-5C117E8AB252}"/>
              </a:ext>
            </a:extLst>
          </p:cNvPr>
          <p:cNvCxnSpPr>
            <a:cxnSpLocks/>
            <a:stCxn id="38" idx="8"/>
          </p:cNvCxnSpPr>
          <p:nvPr/>
        </p:nvCxnSpPr>
        <p:spPr>
          <a:xfrm flipV="1">
            <a:off x="5053781" y="4401785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415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38A94-C048-511B-B3E9-A9DDC9D0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DB720-58BB-BF94-271D-B5182118C2B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8C6486-B4B2-D9E3-3A4C-F60AF9F2577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C8793-5341-E221-6D5F-9AFAE28D29CA}"/>
              </a:ext>
            </a:extLst>
          </p:cNvPr>
          <p:cNvSpPr txBox="1"/>
          <p:nvPr/>
        </p:nvSpPr>
        <p:spPr>
          <a:xfrm>
            <a:off x="776749" y="384887"/>
            <a:ext cx="10982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There’s More Than One Way to Slice an Onion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02C0F-BD90-0750-CF5C-2613D5D220C4}"/>
              </a:ext>
            </a:extLst>
          </p:cNvPr>
          <p:cNvSpPr txBox="1"/>
          <p:nvPr/>
        </p:nvSpPr>
        <p:spPr>
          <a:xfrm>
            <a:off x="-294968" y="1878796"/>
            <a:ext cx="7059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But there’s another way we can “count volume”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C8151-0539-1AF4-56B8-67AA60F56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551" y="3428999"/>
            <a:ext cx="5162550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0D4357-74D3-4850-E575-93E100C65A18}"/>
              </a:ext>
            </a:extLst>
          </p:cNvPr>
          <p:cNvSpPr txBox="1"/>
          <p:nvPr/>
        </p:nvSpPr>
        <p:spPr>
          <a:xfrm>
            <a:off x="-176981" y="2580126"/>
            <a:ext cx="7059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We can peel the onion!</a:t>
            </a:r>
          </a:p>
        </p:txBody>
      </p:sp>
    </p:spTree>
    <p:extLst>
      <p:ext uri="{BB962C8B-B14F-4D97-AF65-F5344CB8AC3E}">
        <p14:creationId xmlns:p14="http://schemas.microsoft.com/office/powerpoint/2010/main" val="242138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2089E-3317-6FB0-35B7-832C6BE6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733A62-04C9-34DA-5E3F-D64926AF69E9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D45541-C97F-D464-DC19-3E1A10A4DD6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520F6-B48F-185B-8F3B-CBA0F1B4D035}"/>
              </a:ext>
            </a:extLst>
          </p:cNvPr>
          <p:cNvSpPr txBox="1"/>
          <p:nvPr/>
        </p:nvSpPr>
        <p:spPr>
          <a:xfrm>
            <a:off x="776749" y="384887"/>
            <a:ext cx="10982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There’s More Than One Way to Slice an Onion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62022-B5C1-D81E-038D-A8159BAF4F56}"/>
              </a:ext>
            </a:extLst>
          </p:cNvPr>
          <p:cNvSpPr txBox="1"/>
          <p:nvPr/>
        </p:nvSpPr>
        <p:spPr>
          <a:xfrm>
            <a:off x="-294968" y="1878796"/>
            <a:ext cx="7059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What does this look like mathematically?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324EC6D-7824-C0F2-74CF-764DDB769A24}"/>
              </a:ext>
            </a:extLst>
          </p:cNvPr>
          <p:cNvCxnSpPr>
            <a:cxnSpLocks/>
          </p:cNvCxnSpPr>
          <p:nvPr/>
        </p:nvCxnSpPr>
        <p:spPr>
          <a:xfrm>
            <a:off x="1143462" y="4340020"/>
            <a:ext cx="44609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0A676F-1450-C35D-DCC8-29849C2AA1BB}"/>
              </a:ext>
            </a:extLst>
          </p:cNvPr>
          <p:cNvCxnSpPr>
            <a:cxnSpLocks/>
          </p:cNvCxnSpPr>
          <p:nvPr/>
        </p:nvCxnSpPr>
        <p:spPr>
          <a:xfrm flipV="1">
            <a:off x="1143462" y="2812026"/>
            <a:ext cx="0" cy="1537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B05887-4D01-15B2-1AA7-2799F7B0661E}"/>
              </a:ext>
            </a:extLst>
          </p:cNvPr>
          <p:cNvCxnSpPr/>
          <p:nvPr/>
        </p:nvCxnSpPr>
        <p:spPr>
          <a:xfrm flipV="1">
            <a:off x="1143462" y="2674374"/>
            <a:ext cx="0" cy="550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06F27C-2D15-6BDE-8335-2C41142F4A5F}"/>
              </a:ext>
            </a:extLst>
          </p:cNvPr>
          <p:cNvCxnSpPr>
            <a:cxnSpLocks/>
          </p:cNvCxnSpPr>
          <p:nvPr/>
        </p:nvCxnSpPr>
        <p:spPr>
          <a:xfrm>
            <a:off x="5338916" y="4340020"/>
            <a:ext cx="3932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9CA5E9-C083-64FC-84AA-ACBA6E77E097}"/>
                  </a:ext>
                </a:extLst>
              </p:cNvPr>
              <p:cNvSpPr txBox="1"/>
              <p:nvPr/>
            </p:nvSpPr>
            <p:spPr>
              <a:xfrm>
                <a:off x="5726084" y="4029164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9CA5E9-C083-64FC-84AA-ACBA6E77E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84" y="4029164"/>
                <a:ext cx="3760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8A20EA-00A7-9411-1E7F-DAEBF9D63792}"/>
                  </a:ext>
                </a:extLst>
              </p:cNvPr>
              <p:cNvSpPr txBox="1"/>
              <p:nvPr/>
            </p:nvSpPr>
            <p:spPr>
              <a:xfrm>
                <a:off x="698599" y="2459273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8A20EA-00A7-9411-1E7F-DAEBF9D63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99" y="2459273"/>
                <a:ext cx="3760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BD84FD-8CAF-5DA6-A9B6-769B8F3E4834}"/>
              </a:ext>
            </a:extLst>
          </p:cNvPr>
          <p:cNvCxnSpPr>
            <a:cxnSpLocks/>
          </p:cNvCxnSpPr>
          <p:nvPr/>
        </p:nvCxnSpPr>
        <p:spPr>
          <a:xfrm>
            <a:off x="4275303" y="428076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CC08DE-88D0-8AE7-406E-B6E3B4E1D963}"/>
                  </a:ext>
                </a:extLst>
              </p:cNvPr>
              <p:cNvSpPr txBox="1"/>
              <p:nvPr/>
            </p:nvSpPr>
            <p:spPr>
              <a:xfrm>
                <a:off x="3760493" y="4469961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CC08DE-88D0-8AE7-406E-B6E3B4E1D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493" y="4469961"/>
                <a:ext cx="10962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9DCE16-1070-950C-B3C3-D26EE3EECDCB}"/>
                  </a:ext>
                </a:extLst>
              </p:cNvPr>
              <p:cNvSpPr txBox="1"/>
              <p:nvPr/>
            </p:nvSpPr>
            <p:spPr>
              <a:xfrm>
                <a:off x="756392" y="4450322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9DCE16-1070-950C-B3C3-D26EE3EEC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2" y="4450322"/>
                <a:ext cx="10962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B5F092-626E-5009-E690-FC753E2F0F5E}"/>
              </a:ext>
            </a:extLst>
          </p:cNvPr>
          <p:cNvCxnSpPr>
            <a:cxnSpLocks/>
          </p:cNvCxnSpPr>
          <p:nvPr/>
        </p:nvCxnSpPr>
        <p:spPr>
          <a:xfrm>
            <a:off x="1541938" y="4267343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2A2B7C-9E0B-3493-CD3B-DA5A3A3F5EE2}"/>
              </a:ext>
            </a:extLst>
          </p:cNvPr>
          <p:cNvSpPr/>
          <p:nvPr/>
        </p:nvSpPr>
        <p:spPr>
          <a:xfrm>
            <a:off x="4758813" y="4109847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4D061F-69EB-59DD-9271-8FF7D5E520D0}"/>
              </a:ext>
            </a:extLst>
          </p:cNvPr>
          <p:cNvCxnSpPr>
            <a:cxnSpLocks/>
            <a:stCxn id="21" idx="8"/>
          </p:cNvCxnSpPr>
          <p:nvPr/>
        </p:nvCxnSpPr>
        <p:spPr>
          <a:xfrm flipV="1">
            <a:off x="5053781" y="4401785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AF61263D-B882-3DF3-8811-6B55EF4979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498179" y="2663313"/>
            <a:ext cx="2800350" cy="33337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9688BC7-41DE-6AA8-5C6E-C2E16A4A5C1B}"/>
              </a:ext>
            </a:extLst>
          </p:cNvPr>
          <p:cNvSpPr txBox="1"/>
          <p:nvPr/>
        </p:nvSpPr>
        <p:spPr>
          <a:xfrm>
            <a:off x="5889522" y="2605109"/>
            <a:ext cx="70595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- We divide the rotated region into </a:t>
            </a:r>
            <a:r>
              <a:rPr lang="en-US" sz="2400" b="1" dirty="0"/>
              <a:t>layers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- Each </a:t>
            </a:r>
            <a:r>
              <a:rPr lang="en-US" sz="2400" b="1" dirty="0"/>
              <a:t>layer</a:t>
            </a:r>
            <a:r>
              <a:rPr lang="en-US" sz="2400" dirty="0"/>
              <a:t> has the same radius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- Each </a:t>
            </a:r>
            <a:r>
              <a:rPr lang="en-US" sz="2400" b="1" dirty="0"/>
              <a:t>layer</a:t>
            </a:r>
            <a:r>
              <a:rPr lang="en-US" sz="2400" dirty="0"/>
              <a:t> is </a:t>
            </a:r>
            <a:r>
              <a:rPr lang="en-US" sz="2400" b="1" dirty="0"/>
              <a:t>parallel</a:t>
            </a:r>
            <a:r>
              <a:rPr lang="en-US" sz="2400" dirty="0"/>
              <a:t> to the axis of rotation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462251-109C-15D6-59B8-A0B430A7E801}"/>
              </a:ext>
            </a:extLst>
          </p:cNvPr>
          <p:cNvSpPr/>
          <p:nvPr/>
        </p:nvSpPr>
        <p:spPr>
          <a:xfrm>
            <a:off x="1541938" y="4210080"/>
            <a:ext cx="2733364" cy="129724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580608-E409-5A00-7C4C-D004902E91E8}"/>
              </a:ext>
            </a:extLst>
          </p:cNvPr>
          <p:cNvSpPr/>
          <p:nvPr/>
        </p:nvSpPr>
        <p:spPr>
          <a:xfrm>
            <a:off x="1610911" y="4070579"/>
            <a:ext cx="1815577" cy="14909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252F7D-3269-9C7A-9A12-E018C175DEB6}"/>
              </a:ext>
            </a:extLst>
          </p:cNvPr>
          <p:cNvSpPr/>
          <p:nvPr/>
        </p:nvSpPr>
        <p:spPr>
          <a:xfrm>
            <a:off x="1698927" y="3901283"/>
            <a:ext cx="1566787" cy="16678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15380E-4908-1811-7677-429636E668B4}"/>
              </a:ext>
            </a:extLst>
          </p:cNvPr>
          <p:cNvSpPr/>
          <p:nvPr/>
        </p:nvSpPr>
        <p:spPr>
          <a:xfrm>
            <a:off x="1776994" y="3734283"/>
            <a:ext cx="1337996" cy="166783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FBAF91-54C0-7A61-C7FD-78CC1556DB13}"/>
              </a:ext>
            </a:extLst>
          </p:cNvPr>
          <p:cNvSpPr/>
          <p:nvPr/>
        </p:nvSpPr>
        <p:spPr>
          <a:xfrm>
            <a:off x="1852595" y="3586128"/>
            <a:ext cx="1131765" cy="18521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4EAFF3-F0E6-5E47-1D46-B39890743C77}"/>
              </a:ext>
            </a:extLst>
          </p:cNvPr>
          <p:cNvSpPr/>
          <p:nvPr/>
        </p:nvSpPr>
        <p:spPr>
          <a:xfrm>
            <a:off x="1983225" y="3428675"/>
            <a:ext cx="880555" cy="14593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0ACE5C-0F75-7A54-796C-F16C3F2D8873}"/>
                  </a:ext>
                </a:extLst>
              </p:cNvPr>
              <p:cNvSpPr txBox="1"/>
              <p:nvPr/>
            </p:nvSpPr>
            <p:spPr>
              <a:xfrm>
                <a:off x="91268" y="3202634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0ACE5C-0F75-7A54-796C-F16C3F2D8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8" y="3202634"/>
                <a:ext cx="1096203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B1A72AF-FF0D-88D2-C3D8-DF4698275350}"/>
              </a:ext>
            </a:extLst>
          </p:cNvPr>
          <p:cNvCxnSpPr>
            <a:cxnSpLocks/>
          </p:cNvCxnSpPr>
          <p:nvPr/>
        </p:nvCxnSpPr>
        <p:spPr>
          <a:xfrm rot="5400000">
            <a:off x="1139022" y="3315607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57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5398-41F1-1276-3BE2-658EA8321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48571C-4B99-A0B5-042B-D5F70BD4157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097BAE-0241-03C8-6047-01C956F0F8B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6272D-F625-4211-2197-50AE1876F129}"/>
              </a:ext>
            </a:extLst>
          </p:cNvPr>
          <p:cNvSpPr txBox="1"/>
          <p:nvPr/>
        </p:nvSpPr>
        <p:spPr>
          <a:xfrm>
            <a:off x="2083035" y="309973"/>
            <a:ext cx="10982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Disk/Washer Method vs Shell Method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8D0CAC8-335A-C603-22F6-2CD3953183A6}"/>
              </a:ext>
            </a:extLst>
          </p:cNvPr>
          <p:cNvCxnSpPr>
            <a:cxnSpLocks/>
          </p:cNvCxnSpPr>
          <p:nvPr/>
        </p:nvCxnSpPr>
        <p:spPr>
          <a:xfrm>
            <a:off x="6971506" y="4585826"/>
            <a:ext cx="44609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B80020-8E09-DE27-0658-F839CBA0C819}"/>
              </a:ext>
            </a:extLst>
          </p:cNvPr>
          <p:cNvCxnSpPr>
            <a:cxnSpLocks/>
          </p:cNvCxnSpPr>
          <p:nvPr/>
        </p:nvCxnSpPr>
        <p:spPr>
          <a:xfrm flipV="1">
            <a:off x="6971506" y="3057832"/>
            <a:ext cx="0" cy="1537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139B36-1718-7AB5-4966-CDACEBCA07A6}"/>
              </a:ext>
            </a:extLst>
          </p:cNvPr>
          <p:cNvCxnSpPr/>
          <p:nvPr/>
        </p:nvCxnSpPr>
        <p:spPr>
          <a:xfrm flipV="1">
            <a:off x="6971506" y="2920180"/>
            <a:ext cx="0" cy="550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56A06A-67F2-7C91-597B-7557AAA15595}"/>
              </a:ext>
            </a:extLst>
          </p:cNvPr>
          <p:cNvCxnSpPr>
            <a:cxnSpLocks/>
          </p:cNvCxnSpPr>
          <p:nvPr/>
        </p:nvCxnSpPr>
        <p:spPr>
          <a:xfrm>
            <a:off x="11166960" y="4585826"/>
            <a:ext cx="3932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64C16D-00BE-6771-C15A-B46BED0E0B44}"/>
                  </a:ext>
                </a:extLst>
              </p:cNvPr>
              <p:cNvSpPr txBox="1"/>
              <p:nvPr/>
            </p:nvSpPr>
            <p:spPr>
              <a:xfrm>
                <a:off x="11554128" y="4274970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64C16D-00BE-6771-C15A-B46BED0E0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4128" y="4274970"/>
                <a:ext cx="3760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58AA52-6AC5-4349-5B74-2E430FD4F32F}"/>
                  </a:ext>
                </a:extLst>
              </p:cNvPr>
              <p:cNvSpPr txBox="1"/>
              <p:nvPr/>
            </p:nvSpPr>
            <p:spPr>
              <a:xfrm>
                <a:off x="6526643" y="2705079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58AA52-6AC5-4349-5B74-2E430FD4F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643" y="2705079"/>
                <a:ext cx="3760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61BB66-1C59-64AD-AFAA-64D219C8D3D2}"/>
              </a:ext>
            </a:extLst>
          </p:cNvPr>
          <p:cNvCxnSpPr>
            <a:cxnSpLocks/>
          </p:cNvCxnSpPr>
          <p:nvPr/>
        </p:nvCxnSpPr>
        <p:spPr>
          <a:xfrm>
            <a:off x="10103347" y="4526570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293FF-7A6B-D0A1-5EB3-03EE9E7F7E4D}"/>
                  </a:ext>
                </a:extLst>
              </p:cNvPr>
              <p:cNvSpPr txBox="1"/>
              <p:nvPr/>
            </p:nvSpPr>
            <p:spPr>
              <a:xfrm>
                <a:off x="9588537" y="4715767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293FF-7A6B-D0A1-5EB3-03EE9E7F7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537" y="4715767"/>
                <a:ext cx="10962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FD9704-E948-94C2-04D7-4FD195FB3775}"/>
                  </a:ext>
                </a:extLst>
              </p:cNvPr>
              <p:cNvSpPr txBox="1"/>
              <p:nvPr/>
            </p:nvSpPr>
            <p:spPr>
              <a:xfrm>
                <a:off x="6584436" y="4696128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FD9704-E948-94C2-04D7-4FD195FB3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436" y="4696128"/>
                <a:ext cx="10962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AAF869-8866-7227-0923-89459AA5E905}"/>
              </a:ext>
            </a:extLst>
          </p:cNvPr>
          <p:cNvCxnSpPr>
            <a:cxnSpLocks/>
          </p:cNvCxnSpPr>
          <p:nvPr/>
        </p:nvCxnSpPr>
        <p:spPr>
          <a:xfrm>
            <a:off x="7369982" y="4513149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F279EB4-58BE-4AE0-D02B-76FAB2EF779A}"/>
              </a:ext>
            </a:extLst>
          </p:cNvPr>
          <p:cNvSpPr/>
          <p:nvPr/>
        </p:nvSpPr>
        <p:spPr>
          <a:xfrm>
            <a:off x="10586857" y="4355653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DA29ED-01E0-FE5D-D7EB-8FC92C162301}"/>
              </a:ext>
            </a:extLst>
          </p:cNvPr>
          <p:cNvCxnSpPr>
            <a:cxnSpLocks/>
            <a:stCxn id="21" idx="8"/>
          </p:cNvCxnSpPr>
          <p:nvPr/>
        </p:nvCxnSpPr>
        <p:spPr>
          <a:xfrm flipV="1">
            <a:off x="10881825" y="4647591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CA1A88B9-326A-A18B-21F0-47E8169C9B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326223" y="2909119"/>
            <a:ext cx="2800350" cy="33337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AAF7A99-D68D-4D15-7ACF-7D14BAC1B360}"/>
              </a:ext>
            </a:extLst>
          </p:cNvPr>
          <p:cNvSpPr/>
          <p:nvPr/>
        </p:nvSpPr>
        <p:spPr>
          <a:xfrm>
            <a:off x="7369982" y="4455886"/>
            <a:ext cx="2733364" cy="129724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E7662C-C0C7-71E3-FD27-18DAAE000A90}"/>
              </a:ext>
            </a:extLst>
          </p:cNvPr>
          <p:cNvSpPr/>
          <p:nvPr/>
        </p:nvSpPr>
        <p:spPr>
          <a:xfrm>
            <a:off x="7438955" y="4316385"/>
            <a:ext cx="1815577" cy="14909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89C6EC-4C81-24B0-94A5-27B577F4AD1E}"/>
              </a:ext>
            </a:extLst>
          </p:cNvPr>
          <p:cNvSpPr/>
          <p:nvPr/>
        </p:nvSpPr>
        <p:spPr>
          <a:xfrm>
            <a:off x="7526971" y="4147089"/>
            <a:ext cx="1566787" cy="16678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976B2F-92BC-63AA-4E2E-74B31C8B0CD5}"/>
              </a:ext>
            </a:extLst>
          </p:cNvPr>
          <p:cNvSpPr/>
          <p:nvPr/>
        </p:nvSpPr>
        <p:spPr>
          <a:xfrm>
            <a:off x="7605038" y="3980089"/>
            <a:ext cx="1337996" cy="166783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CC974B-62F4-4670-8103-0717E3F5F62B}"/>
              </a:ext>
            </a:extLst>
          </p:cNvPr>
          <p:cNvSpPr/>
          <p:nvPr/>
        </p:nvSpPr>
        <p:spPr>
          <a:xfrm>
            <a:off x="7680639" y="3831934"/>
            <a:ext cx="1131765" cy="18521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BB9361-A3FB-8DC5-4454-FEA9C35A8A5A}"/>
              </a:ext>
            </a:extLst>
          </p:cNvPr>
          <p:cNvSpPr/>
          <p:nvPr/>
        </p:nvSpPr>
        <p:spPr>
          <a:xfrm>
            <a:off x="7811269" y="3674481"/>
            <a:ext cx="880555" cy="14593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FB8A67-DFAE-083B-A64B-83658339EA82}"/>
              </a:ext>
            </a:extLst>
          </p:cNvPr>
          <p:cNvCxnSpPr>
            <a:cxnSpLocks/>
          </p:cNvCxnSpPr>
          <p:nvPr/>
        </p:nvCxnSpPr>
        <p:spPr>
          <a:xfrm>
            <a:off x="987442" y="4585826"/>
            <a:ext cx="44609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1B4A51-E119-3D7A-3058-7D093BC357AC}"/>
              </a:ext>
            </a:extLst>
          </p:cNvPr>
          <p:cNvCxnSpPr>
            <a:cxnSpLocks/>
          </p:cNvCxnSpPr>
          <p:nvPr/>
        </p:nvCxnSpPr>
        <p:spPr>
          <a:xfrm flipV="1">
            <a:off x="987442" y="3057832"/>
            <a:ext cx="0" cy="1537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809853-6CC7-D9B1-28D3-72E88CE994B9}"/>
              </a:ext>
            </a:extLst>
          </p:cNvPr>
          <p:cNvCxnSpPr/>
          <p:nvPr/>
        </p:nvCxnSpPr>
        <p:spPr>
          <a:xfrm flipV="1">
            <a:off x="987442" y="2920180"/>
            <a:ext cx="0" cy="550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5A925E-B2F8-3094-A812-C6BDBDA8B476}"/>
              </a:ext>
            </a:extLst>
          </p:cNvPr>
          <p:cNvCxnSpPr>
            <a:cxnSpLocks/>
          </p:cNvCxnSpPr>
          <p:nvPr/>
        </p:nvCxnSpPr>
        <p:spPr>
          <a:xfrm>
            <a:off x="5182896" y="4585826"/>
            <a:ext cx="3932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CEE8EC4-58F4-7557-881F-5709BFEEC633}"/>
                  </a:ext>
                </a:extLst>
              </p:cNvPr>
              <p:cNvSpPr txBox="1"/>
              <p:nvPr/>
            </p:nvSpPr>
            <p:spPr>
              <a:xfrm>
                <a:off x="5570064" y="4274970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CEE8EC4-58F4-7557-881F-5709BFEEC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064" y="4274970"/>
                <a:ext cx="37603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9CE27F-97B9-545E-ACD6-2B41661888A3}"/>
                  </a:ext>
                </a:extLst>
              </p:cNvPr>
              <p:cNvSpPr txBox="1"/>
              <p:nvPr/>
            </p:nvSpPr>
            <p:spPr>
              <a:xfrm>
                <a:off x="542579" y="2705079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9CE27F-97B9-545E-ACD6-2B4166188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79" y="2705079"/>
                <a:ext cx="37603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D12A8A1-F7C5-3527-25E2-6C1959E0B02E}"/>
              </a:ext>
            </a:extLst>
          </p:cNvPr>
          <p:cNvCxnSpPr>
            <a:cxnSpLocks/>
          </p:cNvCxnSpPr>
          <p:nvPr/>
        </p:nvCxnSpPr>
        <p:spPr>
          <a:xfrm>
            <a:off x="4119283" y="4526570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B7ECAB-37F7-A198-ED8E-17FFF9546971}"/>
                  </a:ext>
                </a:extLst>
              </p:cNvPr>
              <p:cNvSpPr txBox="1"/>
              <p:nvPr/>
            </p:nvSpPr>
            <p:spPr>
              <a:xfrm>
                <a:off x="3604473" y="4715767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B7ECAB-37F7-A198-ED8E-17FFF9546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473" y="4715767"/>
                <a:ext cx="109620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ECD5DB-4032-E538-D427-C51FDCBA2339}"/>
                  </a:ext>
                </a:extLst>
              </p:cNvPr>
              <p:cNvSpPr txBox="1"/>
              <p:nvPr/>
            </p:nvSpPr>
            <p:spPr>
              <a:xfrm>
                <a:off x="600372" y="4696128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ECD5DB-4032-E538-D427-C51FDCBA2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72" y="4696128"/>
                <a:ext cx="109620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69A923-E286-50FF-737F-9AFAF6C2705F}"/>
              </a:ext>
            </a:extLst>
          </p:cNvPr>
          <p:cNvCxnSpPr>
            <a:cxnSpLocks/>
          </p:cNvCxnSpPr>
          <p:nvPr/>
        </p:nvCxnSpPr>
        <p:spPr>
          <a:xfrm>
            <a:off x="1385918" y="4513149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F21F011-4990-8D62-7962-C2A6D8D27374}"/>
              </a:ext>
            </a:extLst>
          </p:cNvPr>
          <p:cNvSpPr/>
          <p:nvPr/>
        </p:nvSpPr>
        <p:spPr>
          <a:xfrm>
            <a:off x="4602793" y="4355653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5D5F49A-2791-B678-E2DF-E7DBD4C1A23F}"/>
              </a:ext>
            </a:extLst>
          </p:cNvPr>
          <p:cNvCxnSpPr>
            <a:cxnSpLocks/>
            <a:stCxn id="36" idx="8"/>
          </p:cNvCxnSpPr>
          <p:nvPr/>
        </p:nvCxnSpPr>
        <p:spPr>
          <a:xfrm flipV="1">
            <a:off x="4897761" y="4647591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23428E91-0731-DAEA-DF34-C316663946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342159" y="2909119"/>
            <a:ext cx="2800350" cy="333375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F9DCA67-5BC5-BECF-F9E2-4FD29B50E926}"/>
              </a:ext>
            </a:extLst>
          </p:cNvPr>
          <p:cNvSpPr/>
          <p:nvPr/>
        </p:nvSpPr>
        <p:spPr>
          <a:xfrm rot="16200000">
            <a:off x="1287188" y="4286703"/>
            <a:ext cx="508117" cy="146051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13D23A-E314-813C-44D8-C7F8CEDC35E3}"/>
              </a:ext>
            </a:extLst>
          </p:cNvPr>
          <p:cNvSpPr txBox="1"/>
          <p:nvPr/>
        </p:nvSpPr>
        <p:spPr>
          <a:xfrm>
            <a:off x="6714662" y="5736224"/>
            <a:ext cx="4773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Slice </a:t>
            </a:r>
            <a:r>
              <a:rPr lang="en-US" sz="2400" b="1" dirty="0"/>
              <a:t>parallel</a:t>
            </a:r>
            <a:r>
              <a:rPr lang="en-US" sz="2400" dirty="0"/>
              <a:t> to axis of rotation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322C8D-27E4-5C1C-EB18-A74391810472}"/>
              </a:ext>
            </a:extLst>
          </p:cNvPr>
          <p:cNvSpPr txBox="1"/>
          <p:nvPr/>
        </p:nvSpPr>
        <p:spPr>
          <a:xfrm>
            <a:off x="308512" y="5736224"/>
            <a:ext cx="584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Slice </a:t>
            </a:r>
            <a:r>
              <a:rPr lang="en-US" sz="2400" b="1" dirty="0"/>
              <a:t>perpendicular</a:t>
            </a:r>
            <a:r>
              <a:rPr lang="en-US" sz="2400" dirty="0"/>
              <a:t> to axis of rotation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BAE607-76E7-A0DD-6216-E725343094F6}"/>
              </a:ext>
            </a:extLst>
          </p:cNvPr>
          <p:cNvSpPr txBox="1"/>
          <p:nvPr/>
        </p:nvSpPr>
        <p:spPr>
          <a:xfrm>
            <a:off x="759298" y="6266019"/>
            <a:ext cx="5849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- Generate </a:t>
            </a:r>
            <a:r>
              <a:rPr lang="en-US" sz="2400" b="1" dirty="0"/>
              <a:t>cross-sections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468684-1F42-9CF3-79EA-F651E0D37F27}"/>
              </a:ext>
            </a:extLst>
          </p:cNvPr>
          <p:cNvSpPr txBox="1"/>
          <p:nvPr/>
        </p:nvSpPr>
        <p:spPr>
          <a:xfrm>
            <a:off x="7059523" y="6266019"/>
            <a:ext cx="2958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- Generate </a:t>
            </a:r>
            <a:r>
              <a:rPr lang="en-US" sz="2400" b="1" dirty="0"/>
              <a:t>layers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386B3B-D776-E3BD-01E9-569899011DA5}"/>
              </a:ext>
            </a:extLst>
          </p:cNvPr>
          <p:cNvSpPr txBox="1"/>
          <p:nvPr/>
        </p:nvSpPr>
        <p:spPr>
          <a:xfrm>
            <a:off x="1454892" y="2018135"/>
            <a:ext cx="3442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Disk/Washer Method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C6B1C7-32EE-7D16-1EB3-D4477F75718A}"/>
              </a:ext>
            </a:extLst>
          </p:cNvPr>
          <p:cNvSpPr txBox="1"/>
          <p:nvPr/>
        </p:nvSpPr>
        <p:spPr>
          <a:xfrm>
            <a:off x="7438955" y="2021200"/>
            <a:ext cx="3442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Shell Method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B259CF-B165-0147-99D9-F3F6E244F623}"/>
              </a:ext>
            </a:extLst>
          </p:cNvPr>
          <p:cNvSpPr/>
          <p:nvPr/>
        </p:nvSpPr>
        <p:spPr>
          <a:xfrm rot="16200000">
            <a:off x="1370358" y="4230776"/>
            <a:ext cx="634716" cy="13334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B35039-A5C8-F13B-B63D-05A36CA44F13}"/>
              </a:ext>
            </a:extLst>
          </p:cNvPr>
          <p:cNvSpPr/>
          <p:nvPr/>
        </p:nvSpPr>
        <p:spPr>
          <a:xfrm rot="16200000">
            <a:off x="1426083" y="4147359"/>
            <a:ext cx="787237" cy="13334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1783A2F-8FCC-9752-7B96-4EC01346973E}"/>
              </a:ext>
            </a:extLst>
          </p:cNvPr>
          <p:cNvSpPr/>
          <p:nvPr/>
        </p:nvSpPr>
        <p:spPr>
          <a:xfrm rot="16200000">
            <a:off x="1484133" y="4085150"/>
            <a:ext cx="928727" cy="119147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5A1BBE-3073-CD5B-8C1E-DA8B1D0B3525}"/>
              </a:ext>
            </a:extLst>
          </p:cNvPr>
          <p:cNvSpPr/>
          <p:nvPr/>
        </p:nvSpPr>
        <p:spPr>
          <a:xfrm rot="16200000">
            <a:off x="1605415" y="4080392"/>
            <a:ext cx="939306" cy="127480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E9F23E6-F7B1-F734-9B2F-A030FDE81C55}"/>
              </a:ext>
            </a:extLst>
          </p:cNvPr>
          <p:cNvSpPr/>
          <p:nvPr/>
        </p:nvSpPr>
        <p:spPr>
          <a:xfrm rot="16200000">
            <a:off x="1759656" y="4058878"/>
            <a:ext cx="940324" cy="171526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C3E6DC-464B-5CF2-4B86-EB2112930D29}"/>
              </a:ext>
            </a:extLst>
          </p:cNvPr>
          <p:cNvSpPr/>
          <p:nvPr/>
        </p:nvSpPr>
        <p:spPr>
          <a:xfrm rot="16200000">
            <a:off x="1885261" y="4085357"/>
            <a:ext cx="933166" cy="111414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C1B5A39-AF70-B9D5-4D03-43AE053ECCAA}"/>
              </a:ext>
            </a:extLst>
          </p:cNvPr>
          <p:cNvSpPr/>
          <p:nvPr/>
        </p:nvSpPr>
        <p:spPr>
          <a:xfrm rot="16200000">
            <a:off x="2036293" y="4129579"/>
            <a:ext cx="861048" cy="97963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08E0050-9540-6910-DE2E-18848EBA7A1F}"/>
              </a:ext>
            </a:extLst>
          </p:cNvPr>
          <p:cNvSpPr/>
          <p:nvPr/>
        </p:nvSpPr>
        <p:spPr>
          <a:xfrm rot="16200000">
            <a:off x="2151512" y="4112888"/>
            <a:ext cx="865748" cy="136043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6F5584F-C976-DB30-1A9A-D3D07DF151DB}"/>
              </a:ext>
            </a:extLst>
          </p:cNvPr>
          <p:cNvSpPr/>
          <p:nvPr/>
        </p:nvSpPr>
        <p:spPr>
          <a:xfrm rot="16200000">
            <a:off x="2352910" y="4123746"/>
            <a:ext cx="787237" cy="194875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E9DB15-10C2-3312-9490-2BD40AEF9264}"/>
              </a:ext>
            </a:extLst>
          </p:cNvPr>
          <p:cNvSpPr/>
          <p:nvPr/>
        </p:nvSpPr>
        <p:spPr>
          <a:xfrm rot="16200000">
            <a:off x="2587286" y="4227011"/>
            <a:ext cx="634714" cy="126553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B2162E6-7209-B2B3-E036-906765FCDD01}"/>
              </a:ext>
            </a:extLst>
          </p:cNvPr>
          <p:cNvSpPr/>
          <p:nvPr/>
        </p:nvSpPr>
        <p:spPr>
          <a:xfrm rot="16200000">
            <a:off x="2804982" y="4304952"/>
            <a:ext cx="462213" cy="146050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DC22D35-7097-8543-2C99-DF0864A5B653}"/>
              </a:ext>
            </a:extLst>
          </p:cNvPr>
          <p:cNvSpPr/>
          <p:nvPr/>
        </p:nvSpPr>
        <p:spPr>
          <a:xfrm rot="16200000">
            <a:off x="2996908" y="4368685"/>
            <a:ext cx="340253" cy="15282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1829BB-D89B-D603-1132-4A3C32164C1E}"/>
              </a:ext>
            </a:extLst>
          </p:cNvPr>
          <p:cNvSpPr/>
          <p:nvPr/>
        </p:nvSpPr>
        <p:spPr>
          <a:xfrm rot="16200000">
            <a:off x="3208810" y="4448261"/>
            <a:ext cx="202618" cy="13334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767AF7-78A9-F871-A689-F686936DE61A}"/>
              </a:ext>
            </a:extLst>
          </p:cNvPr>
          <p:cNvSpPr/>
          <p:nvPr/>
        </p:nvSpPr>
        <p:spPr>
          <a:xfrm rot="16200000">
            <a:off x="3360066" y="4480844"/>
            <a:ext cx="143608" cy="112872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B1E7D9C-CCD3-53ED-42BC-E79B7421CDC1}"/>
              </a:ext>
            </a:extLst>
          </p:cNvPr>
          <p:cNvSpPr/>
          <p:nvPr/>
        </p:nvSpPr>
        <p:spPr>
          <a:xfrm rot="16200000">
            <a:off x="3502116" y="4508164"/>
            <a:ext cx="97375" cy="107343"/>
          </a:xfrm>
          <a:prstGeom prst="rect">
            <a:avLst/>
          </a:prstGeom>
          <a:solidFill>
            <a:srgbClr val="FFFF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B353317-0C19-5E8A-FDFA-C9A445F58776}"/>
                  </a:ext>
                </a:extLst>
              </p:cNvPr>
              <p:cNvSpPr txBox="1"/>
              <p:nvPr/>
            </p:nvSpPr>
            <p:spPr>
              <a:xfrm>
                <a:off x="-47543" y="3510092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B353317-0C19-5E8A-FDFA-C9A445F58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543" y="3510092"/>
                <a:ext cx="1096203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F480BB4-4368-B96D-129C-9CAAA947B357}"/>
              </a:ext>
            </a:extLst>
          </p:cNvPr>
          <p:cNvCxnSpPr>
            <a:cxnSpLocks/>
          </p:cNvCxnSpPr>
          <p:nvPr/>
        </p:nvCxnSpPr>
        <p:spPr>
          <a:xfrm rot="5400000">
            <a:off x="1000211" y="3623065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9C33EA7-000D-2E4B-51C4-FB7814777BBA}"/>
                  </a:ext>
                </a:extLst>
              </p:cNvPr>
              <p:cNvSpPr txBox="1"/>
              <p:nvPr/>
            </p:nvSpPr>
            <p:spPr>
              <a:xfrm>
                <a:off x="5900093" y="3493123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9C33EA7-000D-2E4B-51C4-FB7814777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093" y="3493123"/>
                <a:ext cx="1096203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D3B035B-892C-B373-45D4-C97C36335D76}"/>
              </a:ext>
            </a:extLst>
          </p:cNvPr>
          <p:cNvCxnSpPr>
            <a:cxnSpLocks/>
          </p:cNvCxnSpPr>
          <p:nvPr/>
        </p:nvCxnSpPr>
        <p:spPr>
          <a:xfrm rot="5400000">
            <a:off x="6947847" y="3606096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55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5B04B-7FD8-E634-549A-96DDA4177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4B163C-231F-CB6E-9599-190A58F87B3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733269-26CE-F23A-E339-BEB493B88B8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93415-5984-0EC6-B4C9-F9773EC2F128}"/>
              </a:ext>
            </a:extLst>
          </p:cNvPr>
          <p:cNvSpPr txBox="1"/>
          <p:nvPr/>
        </p:nvSpPr>
        <p:spPr>
          <a:xfrm>
            <a:off x="3687745" y="384887"/>
            <a:ext cx="807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Shell Method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68C689-5693-A5E3-1897-5F7E407DEBD0}"/>
              </a:ext>
            </a:extLst>
          </p:cNvPr>
          <p:cNvSpPr txBox="1"/>
          <p:nvPr/>
        </p:nvSpPr>
        <p:spPr>
          <a:xfrm>
            <a:off x="-294969" y="1878796"/>
            <a:ext cx="11589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We compute the area by rotating each layer, computing the volume of rotated layer and summing the volumes across all layers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6563D21-DF92-3C0A-7545-587DD744CAE6}"/>
              </a:ext>
            </a:extLst>
          </p:cNvPr>
          <p:cNvCxnSpPr>
            <a:cxnSpLocks/>
          </p:cNvCxnSpPr>
          <p:nvPr/>
        </p:nvCxnSpPr>
        <p:spPr>
          <a:xfrm>
            <a:off x="1143462" y="5053451"/>
            <a:ext cx="44609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8DBC73-70C7-B001-A7A4-50BC83D5139E}"/>
              </a:ext>
            </a:extLst>
          </p:cNvPr>
          <p:cNvCxnSpPr>
            <a:cxnSpLocks/>
          </p:cNvCxnSpPr>
          <p:nvPr/>
        </p:nvCxnSpPr>
        <p:spPr>
          <a:xfrm flipV="1">
            <a:off x="1143462" y="3525457"/>
            <a:ext cx="0" cy="1537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91236F-3103-F279-D68D-37DE20A418CB}"/>
              </a:ext>
            </a:extLst>
          </p:cNvPr>
          <p:cNvCxnSpPr/>
          <p:nvPr/>
        </p:nvCxnSpPr>
        <p:spPr>
          <a:xfrm flipV="1">
            <a:off x="1143462" y="3387805"/>
            <a:ext cx="0" cy="550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916E38-EA8C-79AD-6C1E-890C0AB91FC0}"/>
              </a:ext>
            </a:extLst>
          </p:cNvPr>
          <p:cNvCxnSpPr>
            <a:cxnSpLocks/>
          </p:cNvCxnSpPr>
          <p:nvPr/>
        </p:nvCxnSpPr>
        <p:spPr>
          <a:xfrm>
            <a:off x="5338916" y="5053451"/>
            <a:ext cx="3932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CA4323-0FC4-9CFF-791B-38F424852709}"/>
                  </a:ext>
                </a:extLst>
              </p:cNvPr>
              <p:cNvSpPr txBox="1"/>
              <p:nvPr/>
            </p:nvSpPr>
            <p:spPr>
              <a:xfrm>
                <a:off x="5726084" y="4742595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ACA4323-0FC4-9CFF-791B-38F424852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84" y="4742595"/>
                <a:ext cx="3760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ABB741-07F9-A0FC-9F50-92DE65D0719F}"/>
                  </a:ext>
                </a:extLst>
              </p:cNvPr>
              <p:cNvSpPr txBox="1"/>
              <p:nvPr/>
            </p:nvSpPr>
            <p:spPr>
              <a:xfrm>
                <a:off x="698599" y="3172704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ABB741-07F9-A0FC-9F50-92DE65D07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99" y="3172704"/>
                <a:ext cx="3760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920278-1415-5AF6-65FE-5B9F32A03033}"/>
              </a:ext>
            </a:extLst>
          </p:cNvPr>
          <p:cNvCxnSpPr>
            <a:cxnSpLocks/>
          </p:cNvCxnSpPr>
          <p:nvPr/>
        </p:nvCxnSpPr>
        <p:spPr>
          <a:xfrm>
            <a:off x="4275303" y="4994195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AA66B9-1E8D-6C77-F7B2-2BCA6D2D3ECD}"/>
                  </a:ext>
                </a:extLst>
              </p:cNvPr>
              <p:cNvSpPr txBox="1"/>
              <p:nvPr/>
            </p:nvSpPr>
            <p:spPr>
              <a:xfrm>
                <a:off x="3760493" y="5183392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AA66B9-1E8D-6C77-F7B2-2BCA6D2D3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493" y="5183392"/>
                <a:ext cx="10962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5EB5B2-1E3A-ECE2-27BB-ACE15C50E1E1}"/>
                  </a:ext>
                </a:extLst>
              </p:cNvPr>
              <p:cNvSpPr txBox="1"/>
              <p:nvPr/>
            </p:nvSpPr>
            <p:spPr>
              <a:xfrm>
                <a:off x="756392" y="5163753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5EB5B2-1E3A-ECE2-27BB-ACE15C50E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2" y="5163753"/>
                <a:ext cx="10962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02ACD6-63AA-9C21-CBD7-2752F47B5D3E}"/>
              </a:ext>
            </a:extLst>
          </p:cNvPr>
          <p:cNvCxnSpPr>
            <a:cxnSpLocks/>
          </p:cNvCxnSpPr>
          <p:nvPr/>
        </p:nvCxnSpPr>
        <p:spPr>
          <a:xfrm>
            <a:off x="1541938" y="498077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164C727-34CD-450E-CA58-8D116023ACC6}"/>
              </a:ext>
            </a:extLst>
          </p:cNvPr>
          <p:cNvSpPr/>
          <p:nvPr/>
        </p:nvSpPr>
        <p:spPr>
          <a:xfrm>
            <a:off x="4758813" y="4823278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CFC275F-8E1C-B8B4-8D9F-A4F80CD83E41}"/>
              </a:ext>
            </a:extLst>
          </p:cNvPr>
          <p:cNvCxnSpPr>
            <a:cxnSpLocks/>
            <a:stCxn id="21" idx="8"/>
          </p:cNvCxnSpPr>
          <p:nvPr/>
        </p:nvCxnSpPr>
        <p:spPr>
          <a:xfrm flipV="1">
            <a:off x="5053781" y="5115216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4E027CBE-81E1-B7F2-A864-D65F3A053F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498179" y="3376744"/>
            <a:ext cx="2800350" cy="33337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22535C2-C297-3E95-0855-ED0B9B9BADA0}"/>
              </a:ext>
            </a:extLst>
          </p:cNvPr>
          <p:cNvSpPr/>
          <p:nvPr/>
        </p:nvSpPr>
        <p:spPr>
          <a:xfrm>
            <a:off x="1541938" y="4923511"/>
            <a:ext cx="2733364" cy="129724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5BCBD0-8A2E-9DAD-450D-FD5F12A36EC9}"/>
              </a:ext>
            </a:extLst>
          </p:cNvPr>
          <p:cNvSpPr/>
          <p:nvPr/>
        </p:nvSpPr>
        <p:spPr>
          <a:xfrm>
            <a:off x="1610911" y="4784010"/>
            <a:ext cx="1815577" cy="14909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A6725-DFD2-01AC-9748-7F9619E4267E}"/>
              </a:ext>
            </a:extLst>
          </p:cNvPr>
          <p:cNvSpPr/>
          <p:nvPr/>
        </p:nvSpPr>
        <p:spPr>
          <a:xfrm>
            <a:off x="1698927" y="4614714"/>
            <a:ext cx="1566787" cy="16678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CD9E5F-36C9-CC84-C732-927A5F088A17}"/>
              </a:ext>
            </a:extLst>
          </p:cNvPr>
          <p:cNvSpPr/>
          <p:nvPr/>
        </p:nvSpPr>
        <p:spPr>
          <a:xfrm>
            <a:off x="1776994" y="4447714"/>
            <a:ext cx="1337996" cy="166783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656067-0CCC-51C6-AE37-EB95B5EDC89E}"/>
              </a:ext>
            </a:extLst>
          </p:cNvPr>
          <p:cNvSpPr/>
          <p:nvPr/>
        </p:nvSpPr>
        <p:spPr>
          <a:xfrm>
            <a:off x="1852595" y="4299559"/>
            <a:ext cx="1131765" cy="18521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0DB269-7175-E53C-83B3-5A413C7FCE6E}"/>
              </a:ext>
            </a:extLst>
          </p:cNvPr>
          <p:cNvSpPr/>
          <p:nvPr/>
        </p:nvSpPr>
        <p:spPr>
          <a:xfrm>
            <a:off x="1983225" y="4142106"/>
            <a:ext cx="880555" cy="14593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8AA12-4575-7039-EC71-B921862C6B2B}"/>
              </a:ext>
            </a:extLst>
          </p:cNvPr>
          <p:cNvSpPr txBox="1"/>
          <p:nvPr/>
        </p:nvSpPr>
        <p:spPr>
          <a:xfrm>
            <a:off x="6400692" y="2557779"/>
            <a:ext cx="624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is the volume of the rotated layer?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DFE6A31-4C3B-6483-9ACD-C4AAF2DC0E4F}"/>
              </a:ext>
            </a:extLst>
          </p:cNvPr>
          <p:cNvCxnSpPr>
            <a:cxnSpLocks/>
          </p:cNvCxnSpPr>
          <p:nvPr/>
        </p:nvCxnSpPr>
        <p:spPr>
          <a:xfrm flipV="1">
            <a:off x="2840691" y="3462004"/>
            <a:ext cx="4484843" cy="756601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6A1AFF1-9CA4-D6C4-BCBF-E5C94BDA6522}"/>
              </a:ext>
            </a:extLst>
          </p:cNvPr>
          <p:cNvSpPr txBox="1"/>
          <p:nvPr/>
        </p:nvSpPr>
        <p:spPr>
          <a:xfrm>
            <a:off x="7254269" y="3771026"/>
            <a:ext cx="3899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When this layer rotated, we get: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ABEDDC0-FD60-6A2C-35CA-7165432B93D4}"/>
              </a:ext>
            </a:extLst>
          </p:cNvPr>
          <p:cNvSpPr/>
          <p:nvPr/>
        </p:nvSpPr>
        <p:spPr>
          <a:xfrm>
            <a:off x="7471411" y="3381152"/>
            <a:ext cx="880555" cy="14593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7EE8C1D-948F-5A16-E3D8-4ECFF06D3F49}"/>
                  </a:ext>
                </a:extLst>
              </p:cNvPr>
              <p:cNvSpPr txBox="1"/>
              <p:nvPr/>
            </p:nvSpPr>
            <p:spPr>
              <a:xfrm>
                <a:off x="6924519" y="3025241"/>
                <a:ext cx="21235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7EE8C1D-948F-5A16-E3D8-4ECFF06D3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19" y="3025241"/>
                <a:ext cx="2123552" cy="400110"/>
              </a:xfrm>
              <a:prstGeom prst="rect">
                <a:avLst/>
              </a:prstGeom>
              <a:blipFill>
                <a:blip r:embed="rId9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A73DC14-36B4-AACF-0696-66308DB94907}"/>
                  </a:ext>
                </a:extLst>
              </p:cNvPr>
              <p:cNvSpPr txBox="1"/>
              <p:nvPr/>
            </p:nvSpPr>
            <p:spPr>
              <a:xfrm>
                <a:off x="8375888" y="3225966"/>
                <a:ext cx="3760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A73DC14-36B4-AACF-0696-66308DB94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888" y="3225966"/>
                <a:ext cx="376037" cy="400110"/>
              </a:xfrm>
              <a:prstGeom prst="rect">
                <a:avLst/>
              </a:prstGeom>
              <a:blipFill>
                <a:blip r:embed="rId10"/>
                <a:stretch>
                  <a:fillRect t="-7576" r="-2419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3A4F606-295F-1C41-C332-DE4E2D986D0D}"/>
              </a:ext>
            </a:extLst>
          </p:cNvPr>
          <p:cNvCxnSpPr>
            <a:cxnSpLocks/>
          </p:cNvCxnSpPr>
          <p:nvPr/>
        </p:nvCxnSpPr>
        <p:spPr>
          <a:xfrm>
            <a:off x="1394239" y="4130917"/>
            <a:ext cx="0" cy="8574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B0E86D2-E12A-34CF-5442-C24CB2E0B3DC}"/>
              </a:ext>
            </a:extLst>
          </p:cNvPr>
          <p:cNvCxnSpPr>
            <a:cxnSpLocks/>
          </p:cNvCxnSpPr>
          <p:nvPr/>
        </p:nvCxnSpPr>
        <p:spPr>
          <a:xfrm flipH="1">
            <a:off x="1311371" y="4145509"/>
            <a:ext cx="152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387512-98EA-C1B4-D063-3CF8CC6DD43F}"/>
              </a:ext>
            </a:extLst>
          </p:cNvPr>
          <p:cNvCxnSpPr>
            <a:cxnSpLocks/>
          </p:cNvCxnSpPr>
          <p:nvPr/>
        </p:nvCxnSpPr>
        <p:spPr>
          <a:xfrm flipH="1">
            <a:off x="1313045" y="4971148"/>
            <a:ext cx="152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B992C0-E7D8-ECCE-C2D7-A4BB1A07A58C}"/>
                  </a:ext>
                </a:extLst>
              </p:cNvPr>
              <p:cNvSpPr txBox="1"/>
              <p:nvPr/>
            </p:nvSpPr>
            <p:spPr>
              <a:xfrm>
                <a:off x="1243320" y="3771026"/>
                <a:ext cx="3760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B992C0-E7D8-ECCE-C2D7-A4BB1A07A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320" y="3771026"/>
                <a:ext cx="376037" cy="400110"/>
              </a:xfrm>
              <a:prstGeom prst="rect">
                <a:avLst/>
              </a:prstGeom>
              <a:blipFill>
                <a:blip r:embed="rId11"/>
                <a:stretch>
                  <a:fillRect t="-9231" r="-14516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Picture 54">
            <a:extLst>
              <a:ext uri="{FF2B5EF4-FFF2-40B4-BE49-F238E27FC236}">
                <a16:creationId xmlns:a16="http://schemas.microsoft.com/office/drawing/2014/main" id="{758A2FBE-9ECE-C482-506B-1E7B039EE4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7877" y="4157547"/>
            <a:ext cx="1481021" cy="10062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94B65C-756F-61C8-A18A-90F6D2715F53}"/>
                  </a:ext>
                </a:extLst>
              </p:cNvPr>
              <p:cNvSpPr txBox="1"/>
              <p:nvPr/>
            </p:nvSpPr>
            <p:spPr>
              <a:xfrm>
                <a:off x="6223819" y="5046047"/>
                <a:ext cx="6248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This is a pipe of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, radius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and thickness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94B65C-756F-61C8-A18A-90F6D2715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819" y="5046047"/>
                <a:ext cx="6248399" cy="400110"/>
              </a:xfrm>
              <a:prstGeom prst="rect">
                <a:avLst/>
              </a:prstGeom>
              <a:blipFill>
                <a:blip r:embed="rId13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378BAE8-02FE-9852-42CF-05A407D65338}"/>
                  </a:ext>
                </a:extLst>
              </p:cNvPr>
              <p:cNvSpPr txBox="1"/>
              <p:nvPr/>
            </p:nvSpPr>
            <p:spPr>
              <a:xfrm>
                <a:off x="6400693" y="5591085"/>
                <a:ext cx="6248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The volume of this pipe = Surface Area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378BAE8-02FE-9852-42CF-05A407D65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693" y="5591085"/>
                <a:ext cx="6248399" cy="400110"/>
              </a:xfrm>
              <a:prstGeom prst="rect">
                <a:avLst/>
              </a:prstGeom>
              <a:blipFill>
                <a:blip r:embed="rId14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FDC1F1B-147B-E953-DB41-F5F06254C0E6}"/>
                  </a:ext>
                </a:extLst>
              </p:cNvPr>
              <p:cNvSpPr txBox="1"/>
              <p:nvPr/>
            </p:nvSpPr>
            <p:spPr>
              <a:xfrm>
                <a:off x="82416" y="3935134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FDC1F1B-147B-E953-DB41-F5F06254C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" y="3935134"/>
                <a:ext cx="1096203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E7009EC-E281-1ADA-3BCF-2C33DAF36410}"/>
              </a:ext>
            </a:extLst>
          </p:cNvPr>
          <p:cNvCxnSpPr>
            <a:cxnSpLocks/>
          </p:cNvCxnSpPr>
          <p:nvPr/>
        </p:nvCxnSpPr>
        <p:spPr>
          <a:xfrm rot="5400000">
            <a:off x="1130170" y="4048107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0E04CFE-F0C5-D4AB-1F55-8312214748D3}"/>
              </a:ext>
            </a:extLst>
          </p:cNvPr>
          <p:cNvSpPr txBox="1"/>
          <p:nvPr/>
        </p:nvSpPr>
        <p:spPr>
          <a:xfrm>
            <a:off x="0" y="6473252"/>
            <a:ext cx="532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this example, the axis of rotation is the x-axis</a:t>
            </a:r>
          </a:p>
        </p:txBody>
      </p:sp>
    </p:spTree>
    <p:extLst>
      <p:ext uri="{BB962C8B-B14F-4D97-AF65-F5344CB8AC3E}">
        <p14:creationId xmlns:p14="http://schemas.microsoft.com/office/powerpoint/2010/main" val="144941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3DCE0-1290-52F8-20CE-6B8D4D08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C227EB-0F63-B8EA-7742-20F06D88849C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6D644C-B16F-875B-B66F-B998988FDA6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59D5A-FB4A-B8D0-C09F-975AA7145597}"/>
              </a:ext>
            </a:extLst>
          </p:cNvPr>
          <p:cNvSpPr txBox="1"/>
          <p:nvPr/>
        </p:nvSpPr>
        <p:spPr>
          <a:xfrm>
            <a:off x="3687745" y="384887"/>
            <a:ext cx="807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Shell Method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6D212-49F1-590E-29B5-F8AE3BA2EB88}"/>
              </a:ext>
            </a:extLst>
          </p:cNvPr>
          <p:cNvSpPr txBox="1"/>
          <p:nvPr/>
        </p:nvSpPr>
        <p:spPr>
          <a:xfrm>
            <a:off x="-294969" y="1878796"/>
            <a:ext cx="11589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We compute the area by rotating each layer, computing the volume of rotated layer and summing the volumes across all layers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82C1A6-F6C1-218C-E9FA-E9FF3CF59D43}"/>
              </a:ext>
            </a:extLst>
          </p:cNvPr>
          <p:cNvCxnSpPr>
            <a:cxnSpLocks/>
          </p:cNvCxnSpPr>
          <p:nvPr/>
        </p:nvCxnSpPr>
        <p:spPr>
          <a:xfrm>
            <a:off x="1143462" y="5053451"/>
            <a:ext cx="44609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B8DF98E-52CD-E8BE-5625-D1B104B8BF2A}"/>
              </a:ext>
            </a:extLst>
          </p:cNvPr>
          <p:cNvCxnSpPr>
            <a:cxnSpLocks/>
          </p:cNvCxnSpPr>
          <p:nvPr/>
        </p:nvCxnSpPr>
        <p:spPr>
          <a:xfrm flipV="1">
            <a:off x="1143462" y="3525457"/>
            <a:ext cx="0" cy="1537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07A92F-FDE2-0B37-06E0-8DF03D11A4CA}"/>
              </a:ext>
            </a:extLst>
          </p:cNvPr>
          <p:cNvCxnSpPr/>
          <p:nvPr/>
        </p:nvCxnSpPr>
        <p:spPr>
          <a:xfrm flipV="1">
            <a:off x="1143462" y="3387805"/>
            <a:ext cx="0" cy="550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B314CC-2C61-7CA0-4EBF-9C6C3979756C}"/>
              </a:ext>
            </a:extLst>
          </p:cNvPr>
          <p:cNvCxnSpPr>
            <a:cxnSpLocks/>
          </p:cNvCxnSpPr>
          <p:nvPr/>
        </p:nvCxnSpPr>
        <p:spPr>
          <a:xfrm>
            <a:off x="5338916" y="5053451"/>
            <a:ext cx="3932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411FCF-5544-F9C9-DA3E-12457DCC0F7B}"/>
                  </a:ext>
                </a:extLst>
              </p:cNvPr>
              <p:cNvSpPr txBox="1"/>
              <p:nvPr/>
            </p:nvSpPr>
            <p:spPr>
              <a:xfrm>
                <a:off x="5726084" y="4742595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411FCF-5544-F9C9-DA3E-12457DCC0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84" y="4742595"/>
                <a:ext cx="3760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1D3701-41B4-40D6-FEE6-953BE1AEA654}"/>
                  </a:ext>
                </a:extLst>
              </p:cNvPr>
              <p:cNvSpPr txBox="1"/>
              <p:nvPr/>
            </p:nvSpPr>
            <p:spPr>
              <a:xfrm>
                <a:off x="698599" y="3172704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1D3701-41B4-40D6-FEE6-953BE1AEA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99" y="3172704"/>
                <a:ext cx="3760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43CDC0-F13D-EF4B-FB59-949CA4490006}"/>
              </a:ext>
            </a:extLst>
          </p:cNvPr>
          <p:cNvCxnSpPr>
            <a:cxnSpLocks/>
          </p:cNvCxnSpPr>
          <p:nvPr/>
        </p:nvCxnSpPr>
        <p:spPr>
          <a:xfrm>
            <a:off x="4275303" y="4994195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206336-96BC-5871-7DFE-D1A454647F52}"/>
                  </a:ext>
                </a:extLst>
              </p:cNvPr>
              <p:cNvSpPr txBox="1"/>
              <p:nvPr/>
            </p:nvSpPr>
            <p:spPr>
              <a:xfrm>
                <a:off x="3760493" y="5183392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206336-96BC-5871-7DFE-D1A454647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493" y="5183392"/>
                <a:ext cx="10962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DF79A-4835-5ED6-952D-B20BECD4A8A4}"/>
                  </a:ext>
                </a:extLst>
              </p:cNvPr>
              <p:cNvSpPr txBox="1"/>
              <p:nvPr/>
            </p:nvSpPr>
            <p:spPr>
              <a:xfrm>
                <a:off x="756392" y="5163753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5DF79A-4835-5ED6-952D-B20BECD4A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2" y="5163753"/>
                <a:ext cx="10962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060FA2-A0F0-C6CD-6193-D58AC433E01C}"/>
              </a:ext>
            </a:extLst>
          </p:cNvPr>
          <p:cNvCxnSpPr>
            <a:cxnSpLocks/>
          </p:cNvCxnSpPr>
          <p:nvPr/>
        </p:nvCxnSpPr>
        <p:spPr>
          <a:xfrm>
            <a:off x="1541938" y="498077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0D1755A-AF89-3FC6-980A-C26FB6596822}"/>
              </a:ext>
            </a:extLst>
          </p:cNvPr>
          <p:cNvSpPr/>
          <p:nvPr/>
        </p:nvSpPr>
        <p:spPr>
          <a:xfrm>
            <a:off x="4758813" y="4823278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EE7C74-7D86-F5F7-9702-EAAFB4705A67}"/>
              </a:ext>
            </a:extLst>
          </p:cNvPr>
          <p:cNvCxnSpPr>
            <a:cxnSpLocks/>
            <a:stCxn id="21" idx="8"/>
          </p:cNvCxnSpPr>
          <p:nvPr/>
        </p:nvCxnSpPr>
        <p:spPr>
          <a:xfrm flipV="1">
            <a:off x="5053781" y="5115216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FE5D77FA-5E15-5D43-55FA-0DDA575F4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498179" y="3376744"/>
            <a:ext cx="2800350" cy="33337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FCE506-7923-5FEB-8FEA-8FC28C9BF275}"/>
              </a:ext>
            </a:extLst>
          </p:cNvPr>
          <p:cNvSpPr/>
          <p:nvPr/>
        </p:nvSpPr>
        <p:spPr>
          <a:xfrm>
            <a:off x="1541938" y="4923511"/>
            <a:ext cx="2733364" cy="129724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481C52-CCDF-41ED-9654-384DD0B12EF4}"/>
              </a:ext>
            </a:extLst>
          </p:cNvPr>
          <p:cNvSpPr/>
          <p:nvPr/>
        </p:nvSpPr>
        <p:spPr>
          <a:xfrm>
            <a:off x="1610911" y="4784010"/>
            <a:ext cx="1815577" cy="14909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BD59E5-ADEA-217F-7633-D5409C14ADD5}"/>
              </a:ext>
            </a:extLst>
          </p:cNvPr>
          <p:cNvSpPr/>
          <p:nvPr/>
        </p:nvSpPr>
        <p:spPr>
          <a:xfrm>
            <a:off x="1698927" y="4614714"/>
            <a:ext cx="1566787" cy="16678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C50DA8-196D-5396-BCE7-32890435584A}"/>
              </a:ext>
            </a:extLst>
          </p:cNvPr>
          <p:cNvSpPr/>
          <p:nvPr/>
        </p:nvSpPr>
        <p:spPr>
          <a:xfrm>
            <a:off x="1776994" y="4447714"/>
            <a:ext cx="1337996" cy="166783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6F4CD6-0718-B75E-8120-D1C8FF9850DC}"/>
              </a:ext>
            </a:extLst>
          </p:cNvPr>
          <p:cNvSpPr/>
          <p:nvPr/>
        </p:nvSpPr>
        <p:spPr>
          <a:xfrm>
            <a:off x="1852595" y="4299559"/>
            <a:ext cx="1131765" cy="18521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FC0ED0-03AC-A6CF-FFD5-85C582DB6134}"/>
              </a:ext>
            </a:extLst>
          </p:cNvPr>
          <p:cNvSpPr/>
          <p:nvPr/>
        </p:nvSpPr>
        <p:spPr>
          <a:xfrm>
            <a:off x="1983225" y="4142106"/>
            <a:ext cx="880555" cy="14593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5E27C-1234-E631-87B9-A1E8A0A9942E}"/>
              </a:ext>
            </a:extLst>
          </p:cNvPr>
          <p:cNvSpPr txBox="1"/>
          <p:nvPr/>
        </p:nvSpPr>
        <p:spPr>
          <a:xfrm>
            <a:off x="6400692" y="2557779"/>
            <a:ext cx="624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is the volume of the rotated layer?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591C33A-2BE0-E48F-92BD-A1303F104A21}"/>
              </a:ext>
            </a:extLst>
          </p:cNvPr>
          <p:cNvCxnSpPr>
            <a:cxnSpLocks/>
          </p:cNvCxnSpPr>
          <p:nvPr/>
        </p:nvCxnSpPr>
        <p:spPr>
          <a:xfrm flipV="1">
            <a:off x="2840691" y="3462004"/>
            <a:ext cx="4484843" cy="756601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5BA6E7-213F-9250-1B0C-15F91D7B5901}"/>
              </a:ext>
            </a:extLst>
          </p:cNvPr>
          <p:cNvCxnSpPr>
            <a:cxnSpLocks/>
          </p:cNvCxnSpPr>
          <p:nvPr/>
        </p:nvCxnSpPr>
        <p:spPr>
          <a:xfrm>
            <a:off x="1394239" y="4130917"/>
            <a:ext cx="0" cy="8574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0C0F713-B6E6-FB2A-D2C7-02B505D1051E}"/>
              </a:ext>
            </a:extLst>
          </p:cNvPr>
          <p:cNvCxnSpPr>
            <a:cxnSpLocks/>
          </p:cNvCxnSpPr>
          <p:nvPr/>
        </p:nvCxnSpPr>
        <p:spPr>
          <a:xfrm flipH="1">
            <a:off x="1311371" y="4145509"/>
            <a:ext cx="152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B89F51F-9D7F-C127-ADBE-225CDCA96E06}"/>
              </a:ext>
            </a:extLst>
          </p:cNvPr>
          <p:cNvCxnSpPr>
            <a:cxnSpLocks/>
          </p:cNvCxnSpPr>
          <p:nvPr/>
        </p:nvCxnSpPr>
        <p:spPr>
          <a:xfrm flipH="1">
            <a:off x="1313045" y="4971148"/>
            <a:ext cx="152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A800FE-7569-D99F-A688-2A08B669FB81}"/>
                  </a:ext>
                </a:extLst>
              </p:cNvPr>
              <p:cNvSpPr txBox="1"/>
              <p:nvPr/>
            </p:nvSpPr>
            <p:spPr>
              <a:xfrm>
                <a:off x="1243320" y="3771026"/>
                <a:ext cx="3760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A800FE-7569-D99F-A688-2A08B669F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320" y="3771026"/>
                <a:ext cx="37603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Picture 54">
            <a:extLst>
              <a:ext uri="{FF2B5EF4-FFF2-40B4-BE49-F238E27FC236}">
                <a16:creationId xmlns:a16="http://schemas.microsoft.com/office/drawing/2014/main" id="{71474D30-A2C3-D430-C4F4-3DD40EE5CC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1253" y="2958901"/>
            <a:ext cx="1481021" cy="10062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DB3930-4E64-8C1F-D56E-7151C2D2A897}"/>
                  </a:ext>
                </a:extLst>
              </p:cNvPr>
              <p:cNvSpPr txBox="1"/>
              <p:nvPr/>
            </p:nvSpPr>
            <p:spPr>
              <a:xfrm>
                <a:off x="6262457" y="3847699"/>
                <a:ext cx="6248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The volume of this pipe = Surface Area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DB3930-4E64-8C1F-D56E-7151C2D2A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457" y="3847699"/>
                <a:ext cx="6248399" cy="400110"/>
              </a:xfrm>
              <a:prstGeom prst="rect">
                <a:avLst/>
              </a:prstGeom>
              <a:blipFill>
                <a:blip r:embed="rId11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CABE1D6-67D5-3D17-BE22-4D2E4F337395}"/>
              </a:ext>
            </a:extLst>
          </p:cNvPr>
          <p:cNvSpPr txBox="1"/>
          <p:nvPr/>
        </p:nvSpPr>
        <p:spPr>
          <a:xfrm>
            <a:off x="7787044" y="3228945"/>
            <a:ext cx="3899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After layer is rotated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DECB3-6508-2B28-0762-C930B5E03F2C}"/>
              </a:ext>
            </a:extLst>
          </p:cNvPr>
          <p:cNvSpPr txBox="1"/>
          <p:nvPr/>
        </p:nvSpPr>
        <p:spPr>
          <a:xfrm>
            <a:off x="6096000" y="4286749"/>
            <a:ext cx="62483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If we flatten this the surface of the pipe, we get the following rectangle: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3FCAE-D5F5-41F5-8CF5-471911020D19}"/>
              </a:ext>
            </a:extLst>
          </p:cNvPr>
          <p:cNvSpPr/>
          <p:nvPr/>
        </p:nvSpPr>
        <p:spPr>
          <a:xfrm>
            <a:off x="8134550" y="5265815"/>
            <a:ext cx="2324789" cy="10953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C89354-64C4-404A-B098-3714BEA5BE9A}"/>
                  </a:ext>
                </a:extLst>
              </p:cNvPr>
              <p:cNvSpPr txBox="1"/>
              <p:nvPr/>
            </p:nvSpPr>
            <p:spPr>
              <a:xfrm>
                <a:off x="9169019" y="4946470"/>
                <a:ext cx="4326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C89354-64C4-404A-B098-3714BEA5B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019" y="4946470"/>
                <a:ext cx="43261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70AF162-97A0-E8DE-04A2-2EF1BD72CF26}"/>
                  </a:ext>
                </a:extLst>
              </p:cNvPr>
              <p:cNvSpPr txBox="1"/>
              <p:nvPr/>
            </p:nvSpPr>
            <p:spPr>
              <a:xfrm>
                <a:off x="7626773" y="5353737"/>
                <a:ext cx="43261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70AF162-97A0-E8DE-04A2-2EF1BD72C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773" y="5353737"/>
                <a:ext cx="432619" cy="646331"/>
              </a:xfrm>
              <a:prstGeom prst="rect">
                <a:avLst/>
              </a:prstGeom>
              <a:blipFill>
                <a:blip r:embed="rId13"/>
                <a:stretch>
                  <a:fillRect r="-22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2386B3-D0B9-1527-047A-AF3C875D7BBE}"/>
                  </a:ext>
                </a:extLst>
              </p:cNvPr>
              <p:cNvSpPr txBox="1"/>
              <p:nvPr/>
            </p:nvSpPr>
            <p:spPr>
              <a:xfrm>
                <a:off x="7983122" y="6457890"/>
                <a:ext cx="26276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Surface Area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2386B3-D0B9-1527-047A-AF3C875D7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122" y="6457890"/>
                <a:ext cx="2627644" cy="400110"/>
              </a:xfrm>
              <a:prstGeom prst="rect">
                <a:avLst/>
              </a:prstGeom>
              <a:blipFill>
                <a:blip r:embed="rId14"/>
                <a:stretch>
                  <a:fillRect l="-2552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8AFFDC-07FE-1672-00C2-678C39272AA4}"/>
                  </a:ext>
                </a:extLst>
              </p:cNvPr>
              <p:cNvSpPr txBox="1"/>
              <p:nvPr/>
            </p:nvSpPr>
            <p:spPr>
              <a:xfrm>
                <a:off x="82416" y="3935134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8AFFDC-07FE-1672-00C2-678C39272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" y="3935134"/>
                <a:ext cx="1096203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EB5EDF-87FF-9AB8-842E-2959212DCB29}"/>
              </a:ext>
            </a:extLst>
          </p:cNvPr>
          <p:cNvCxnSpPr>
            <a:cxnSpLocks/>
          </p:cNvCxnSpPr>
          <p:nvPr/>
        </p:nvCxnSpPr>
        <p:spPr>
          <a:xfrm rot="5400000">
            <a:off x="1130170" y="4048107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C7DEABF-4C97-82EA-1A2E-6CC9A3364C5E}"/>
              </a:ext>
            </a:extLst>
          </p:cNvPr>
          <p:cNvSpPr txBox="1"/>
          <p:nvPr/>
        </p:nvSpPr>
        <p:spPr>
          <a:xfrm>
            <a:off x="0" y="6473252"/>
            <a:ext cx="532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this example, the axis of rotation is the x-axis</a:t>
            </a:r>
          </a:p>
        </p:txBody>
      </p:sp>
    </p:spTree>
    <p:extLst>
      <p:ext uri="{BB962C8B-B14F-4D97-AF65-F5344CB8AC3E}">
        <p14:creationId xmlns:p14="http://schemas.microsoft.com/office/powerpoint/2010/main" val="3809472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49E1-D4BF-918A-9C21-698608E2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648EE2-FB1F-707B-87E8-D2B20A201DAE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A722B6-4EE8-4957-6D36-41FDEFBA535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9C51B-45FA-3D9D-E72C-D7A49C396233}"/>
              </a:ext>
            </a:extLst>
          </p:cNvPr>
          <p:cNvSpPr txBox="1"/>
          <p:nvPr/>
        </p:nvSpPr>
        <p:spPr>
          <a:xfrm>
            <a:off x="3687745" y="384887"/>
            <a:ext cx="807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Shell Method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F3BF4-B054-9611-042E-BCF1128B00D6}"/>
              </a:ext>
            </a:extLst>
          </p:cNvPr>
          <p:cNvSpPr txBox="1"/>
          <p:nvPr/>
        </p:nvSpPr>
        <p:spPr>
          <a:xfrm>
            <a:off x="-294969" y="1878796"/>
            <a:ext cx="11589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We compute the area by rotating each layer, computing the volume of rotated layer and summing the volumes across all layers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4A65137-B8EE-6268-8865-5E52E28D2ADB}"/>
              </a:ext>
            </a:extLst>
          </p:cNvPr>
          <p:cNvCxnSpPr>
            <a:cxnSpLocks/>
          </p:cNvCxnSpPr>
          <p:nvPr/>
        </p:nvCxnSpPr>
        <p:spPr>
          <a:xfrm>
            <a:off x="1143462" y="5053451"/>
            <a:ext cx="44609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D76BEA6-717A-E5AC-54E0-6BBA5FF2216E}"/>
              </a:ext>
            </a:extLst>
          </p:cNvPr>
          <p:cNvCxnSpPr>
            <a:cxnSpLocks/>
          </p:cNvCxnSpPr>
          <p:nvPr/>
        </p:nvCxnSpPr>
        <p:spPr>
          <a:xfrm flipV="1">
            <a:off x="1143462" y="3525457"/>
            <a:ext cx="0" cy="1537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0E4ABC-D199-9E29-D10F-1F68ABC5FB92}"/>
              </a:ext>
            </a:extLst>
          </p:cNvPr>
          <p:cNvCxnSpPr/>
          <p:nvPr/>
        </p:nvCxnSpPr>
        <p:spPr>
          <a:xfrm flipV="1">
            <a:off x="1143462" y="3387805"/>
            <a:ext cx="0" cy="550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53CDC3-F75F-7690-3A15-F582EE3A6C0F}"/>
              </a:ext>
            </a:extLst>
          </p:cNvPr>
          <p:cNvCxnSpPr>
            <a:cxnSpLocks/>
          </p:cNvCxnSpPr>
          <p:nvPr/>
        </p:nvCxnSpPr>
        <p:spPr>
          <a:xfrm>
            <a:off x="5338916" y="5053451"/>
            <a:ext cx="3932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877F1D-EFAA-CE27-3320-A10C75C89C18}"/>
                  </a:ext>
                </a:extLst>
              </p:cNvPr>
              <p:cNvSpPr txBox="1"/>
              <p:nvPr/>
            </p:nvSpPr>
            <p:spPr>
              <a:xfrm>
                <a:off x="5726084" y="4742595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877F1D-EFAA-CE27-3320-A10C75C89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84" y="4742595"/>
                <a:ext cx="3760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0E3164-19C2-95B3-C8A0-9DDB3A0B087C}"/>
                  </a:ext>
                </a:extLst>
              </p:cNvPr>
              <p:cNvSpPr txBox="1"/>
              <p:nvPr/>
            </p:nvSpPr>
            <p:spPr>
              <a:xfrm>
                <a:off x="698599" y="3172704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0E3164-19C2-95B3-C8A0-9DDB3A0B0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99" y="3172704"/>
                <a:ext cx="3760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814C90-30A0-5F5C-4535-1E60BF342AF1}"/>
              </a:ext>
            </a:extLst>
          </p:cNvPr>
          <p:cNvCxnSpPr>
            <a:cxnSpLocks/>
          </p:cNvCxnSpPr>
          <p:nvPr/>
        </p:nvCxnSpPr>
        <p:spPr>
          <a:xfrm>
            <a:off x="4275303" y="4994195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BE21BE-607D-2738-EB38-1FE1AE4D5515}"/>
                  </a:ext>
                </a:extLst>
              </p:cNvPr>
              <p:cNvSpPr txBox="1"/>
              <p:nvPr/>
            </p:nvSpPr>
            <p:spPr>
              <a:xfrm>
                <a:off x="3760493" y="5183392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BE21BE-607D-2738-EB38-1FE1AE4D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493" y="5183392"/>
                <a:ext cx="10962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E00A2E-A26D-B0E2-F8BF-8E0B669A6494}"/>
                  </a:ext>
                </a:extLst>
              </p:cNvPr>
              <p:cNvSpPr txBox="1"/>
              <p:nvPr/>
            </p:nvSpPr>
            <p:spPr>
              <a:xfrm>
                <a:off x="756392" y="5163753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E00A2E-A26D-B0E2-F8BF-8E0B669A6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2" y="5163753"/>
                <a:ext cx="10962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26E6B3-FEA3-20FF-3E89-41BC9172D113}"/>
              </a:ext>
            </a:extLst>
          </p:cNvPr>
          <p:cNvCxnSpPr>
            <a:cxnSpLocks/>
          </p:cNvCxnSpPr>
          <p:nvPr/>
        </p:nvCxnSpPr>
        <p:spPr>
          <a:xfrm>
            <a:off x="1541938" y="498077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9CC34CD-B6CF-B5F5-3092-47AC5E455C32}"/>
              </a:ext>
            </a:extLst>
          </p:cNvPr>
          <p:cNvSpPr/>
          <p:nvPr/>
        </p:nvSpPr>
        <p:spPr>
          <a:xfrm>
            <a:off x="4758813" y="4823278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B01400-FBAE-15CC-D524-AD166E482B35}"/>
              </a:ext>
            </a:extLst>
          </p:cNvPr>
          <p:cNvCxnSpPr>
            <a:cxnSpLocks/>
            <a:stCxn id="21" idx="8"/>
          </p:cNvCxnSpPr>
          <p:nvPr/>
        </p:nvCxnSpPr>
        <p:spPr>
          <a:xfrm flipV="1">
            <a:off x="5053781" y="5115216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DCADC8E-4CCE-D253-6195-D8018DE31C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498179" y="3376744"/>
            <a:ext cx="2800350" cy="33337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C7E3E7E-C8EA-A6B2-26F4-FFF0A0352C65}"/>
              </a:ext>
            </a:extLst>
          </p:cNvPr>
          <p:cNvSpPr/>
          <p:nvPr/>
        </p:nvSpPr>
        <p:spPr>
          <a:xfrm>
            <a:off x="1541938" y="4923511"/>
            <a:ext cx="2733364" cy="129724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A1792D-5700-62AA-39D3-793D0C6C5818}"/>
              </a:ext>
            </a:extLst>
          </p:cNvPr>
          <p:cNvSpPr/>
          <p:nvPr/>
        </p:nvSpPr>
        <p:spPr>
          <a:xfrm>
            <a:off x="1610911" y="4784010"/>
            <a:ext cx="1815577" cy="14909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A21DEB-6C8F-004D-522F-3B9364ACA092}"/>
              </a:ext>
            </a:extLst>
          </p:cNvPr>
          <p:cNvSpPr/>
          <p:nvPr/>
        </p:nvSpPr>
        <p:spPr>
          <a:xfrm>
            <a:off x="1698927" y="4614714"/>
            <a:ext cx="1566787" cy="16678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BD494B-352B-6A67-FFA7-F16EBC60F88F}"/>
              </a:ext>
            </a:extLst>
          </p:cNvPr>
          <p:cNvSpPr/>
          <p:nvPr/>
        </p:nvSpPr>
        <p:spPr>
          <a:xfrm>
            <a:off x="1776994" y="4447714"/>
            <a:ext cx="1337996" cy="166783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B0B2A9-18B7-06A0-54B4-61F2560165D6}"/>
              </a:ext>
            </a:extLst>
          </p:cNvPr>
          <p:cNvSpPr/>
          <p:nvPr/>
        </p:nvSpPr>
        <p:spPr>
          <a:xfrm>
            <a:off x="1852595" y="4299559"/>
            <a:ext cx="1131765" cy="18521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BFCD93-5987-133B-2866-1B58F1042EB8}"/>
              </a:ext>
            </a:extLst>
          </p:cNvPr>
          <p:cNvSpPr/>
          <p:nvPr/>
        </p:nvSpPr>
        <p:spPr>
          <a:xfrm>
            <a:off x="1983225" y="4142106"/>
            <a:ext cx="880555" cy="14593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901D6-5D9A-6595-F67A-A2D8D21D28D3}"/>
              </a:ext>
            </a:extLst>
          </p:cNvPr>
          <p:cNvSpPr txBox="1"/>
          <p:nvPr/>
        </p:nvSpPr>
        <p:spPr>
          <a:xfrm>
            <a:off x="6400692" y="2557779"/>
            <a:ext cx="624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is the volume of the rotated layer?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5FDB844-C20B-C945-7A74-16E93BD79F79}"/>
              </a:ext>
            </a:extLst>
          </p:cNvPr>
          <p:cNvCxnSpPr>
            <a:cxnSpLocks/>
          </p:cNvCxnSpPr>
          <p:nvPr/>
        </p:nvCxnSpPr>
        <p:spPr>
          <a:xfrm flipV="1">
            <a:off x="2840691" y="3462004"/>
            <a:ext cx="4484843" cy="756601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60B4518-B5BC-5895-8390-185FFCB97B42}"/>
              </a:ext>
            </a:extLst>
          </p:cNvPr>
          <p:cNvCxnSpPr>
            <a:cxnSpLocks/>
          </p:cNvCxnSpPr>
          <p:nvPr/>
        </p:nvCxnSpPr>
        <p:spPr>
          <a:xfrm>
            <a:off x="1394239" y="4130917"/>
            <a:ext cx="0" cy="8574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A3362FC-8A91-8F45-2B28-C736B7A95661}"/>
              </a:ext>
            </a:extLst>
          </p:cNvPr>
          <p:cNvCxnSpPr>
            <a:cxnSpLocks/>
          </p:cNvCxnSpPr>
          <p:nvPr/>
        </p:nvCxnSpPr>
        <p:spPr>
          <a:xfrm flipH="1">
            <a:off x="1311371" y="4145509"/>
            <a:ext cx="152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508E6CA-DC41-7ABB-A938-F7B21D9F2467}"/>
              </a:ext>
            </a:extLst>
          </p:cNvPr>
          <p:cNvCxnSpPr>
            <a:cxnSpLocks/>
          </p:cNvCxnSpPr>
          <p:nvPr/>
        </p:nvCxnSpPr>
        <p:spPr>
          <a:xfrm flipH="1">
            <a:off x="1313045" y="4971148"/>
            <a:ext cx="152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2587BF5-687E-DEC0-6BB6-E4F7BB31EE54}"/>
                  </a:ext>
                </a:extLst>
              </p:cNvPr>
              <p:cNvSpPr txBox="1"/>
              <p:nvPr/>
            </p:nvSpPr>
            <p:spPr>
              <a:xfrm>
                <a:off x="1243320" y="3771026"/>
                <a:ext cx="3760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2587BF5-687E-DEC0-6BB6-E4F7BB31E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320" y="3771026"/>
                <a:ext cx="37603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Picture 54">
            <a:extLst>
              <a:ext uri="{FF2B5EF4-FFF2-40B4-BE49-F238E27FC236}">
                <a16:creationId xmlns:a16="http://schemas.microsoft.com/office/drawing/2014/main" id="{EC26FE01-B897-154A-A8DA-1DBAFA977E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1253" y="2958901"/>
            <a:ext cx="1481021" cy="10062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6E487EC-A4E0-7975-E894-73510818D234}"/>
                  </a:ext>
                </a:extLst>
              </p:cNvPr>
              <p:cNvSpPr txBox="1"/>
              <p:nvPr/>
            </p:nvSpPr>
            <p:spPr>
              <a:xfrm>
                <a:off x="6262457" y="3933078"/>
                <a:ext cx="6248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The volume of this pipe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6E487EC-A4E0-7975-E894-73510818D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457" y="3933078"/>
                <a:ext cx="6248399" cy="400110"/>
              </a:xfrm>
              <a:prstGeom prst="rect">
                <a:avLst/>
              </a:prstGeom>
              <a:blipFill>
                <a:blip r:embed="rId11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7DC8CFE-2F8B-1AF2-4B2C-7EECE001C452}"/>
              </a:ext>
            </a:extLst>
          </p:cNvPr>
          <p:cNvSpPr txBox="1"/>
          <p:nvPr/>
        </p:nvSpPr>
        <p:spPr>
          <a:xfrm>
            <a:off x="7787044" y="3228945"/>
            <a:ext cx="3899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After layer is rotated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9F68FB-AC20-1CC0-6006-1ABD04776804}"/>
              </a:ext>
            </a:extLst>
          </p:cNvPr>
          <p:cNvSpPr/>
          <p:nvPr/>
        </p:nvSpPr>
        <p:spPr>
          <a:xfrm>
            <a:off x="8057804" y="5543903"/>
            <a:ext cx="2324789" cy="10953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1B4424-F3BE-AAC0-B454-2D0C4C1FC58F}"/>
                  </a:ext>
                </a:extLst>
              </p:cNvPr>
              <p:cNvSpPr txBox="1"/>
              <p:nvPr/>
            </p:nvSpPr>
            <p:spPr>
              <a:xfrm>
                <a:off x="9092273" y="5224558"/>
                <a:ext cx="4326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1B4424-F3BE-AAC0-B454-2D0C4C1FC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273" y="5224558"/>
                <a:ext cx="43261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3464EE-B659-D476-E73E-B46491F22499}"/>
                  </a:ext>
                </a:extLst>
              </p:cNvPr>
              <p:cNvSpPr txBox="1"/>
              <p:nvPr/>
            </p:nvSpPr>
            <p:spPr>
              <a:xfrm>
                <a:off x="7550027" y="5631825"/>
                <a:ext cx="43261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3464EE-B659-D476-E73E-B46491F22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027" y="5631825"/>
                <a:ext cx="432619" cy="646331"/>
              </a:xfrm>
              <a:prstGeom prst="rect">
                <a:avLst/>
              </a:prstGeom>
              <a:blipFill>
                <a:blip r:embed="rId13"/>
                <a:stretch>
                  <a:fillRect r="-2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420D48-40A2-5EDA-A05D-283695EC4C9A}"/>
                  </a:ext>
                </a:extLst>
              </p:cNvPr>
              <p:cNvSpPr txBox="1"/>
              <p:nvPr/>
            </p:nvSpPr>
            <p:spPr>
              <a:xfrm>
                <a:off x="82416" y="3935134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420D48-40A2-5EDA-A05D-283695EC4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" y="3935134"/>
                <a:ext cx="1096203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A41C27-65CD-9E85-227E-3573C5989ED3}"/>
              </a:ext>
            </a:extLst>
          </p:cNvPr>
          <p:cNvCxnSpPr>
            <a:cxnSpLocks/>
          </p:cNvCxnSpPr>
          <p:nvPr/>
        </p:nvCxnSpPr>
        <p:spPr>
          <a:xfrm rot="5400000">
            <a:off x="1130170" y="4048107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0BF4F2F-BC25-CC5D-05F9-5ED782B95229}"/>
              </a:ext>
            </a:extLst>
          </p:cNvPr>
          <p:cNvSpPr txBox="1"/>
          <p:nvPr/>
        </p:nvSpPr>
        <p:spPr>
          <a:xfrm>
            <a:off x="0" y="6473252"/>
            <a:ext cx="532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this example, the axis of rotation is the x-axis</a:t>
            </a:r>
          </a:p>
        </p:txBody>
      </p:sp>
    </p:spTree>
    <p:extLst>
      <p:ext uri="{BB962C8B-B14F-4D97-AF65-F5344CB8AC3E}">
        <p14:creationId xmlns:p14="http://schemas.microsoft.com/office/powerpoint/2010/main" val="86615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1855A-9D32-35EA-7FF4-3F18150D6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3298A5-F230-A193-1016-DFA23B22179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05F2C9-0E15-9B15-D051-41E0FC328C2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2D7DD-1221-9841-DC28-AF78061258AE}"/>
              </a:ext>
            </a:extLst>
          </p:cNvPr>
          <p:cNvSpPr txBox="1"/>
          <p:nvPr/>
        </p:nvSpPr>
        <p:spPr>
          <a:xfrm>
            <a:off x="3687745" y="384887"/>
            <a:ext cx="807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Shell Method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215F2-4F22-BF84-AD4D-2B86B9D8AAA4}"/>
              </a:ext>
            </a:extLst>
          </p:cNvPr>
          <p:cNvSpPr txBox="1"/>
          <p:nvPr/>
        </p:nvSpPr>
        <p:spPr>
          <a:xfrm>
            <a:off x="-294969" y="1878796"/>
            <a:ext cx="11589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We compute the area by rotating each layer, computing the volume of rotated layer and summing the volumes across all layers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480EE2-25DC-F53A-3D37-14F7FDA3A52E}"/>
              </a:ext>
            </a:extLst>
          </p:cNvPr>
          <p:cNvCxnSpPr>
            <a:cxnSpLocks/>
          </p:cNvCxnSpPr>
          <p:nvPr/>
        </p:nvCxnSpPr>
        <p:spPr>
          <a:xfrm>
            <a:off x="1143462" y="5053451"/>
            <a:ext cx="44609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57542F-18D8-02A9-CA76-0FE4C5318886}"/>
              </a:ext>
            </a:extLst>
          </p:cNvPr>
          <p:cNvCxnSpPr>
            <a:cxnSpLocks/>
          </p:cNvCxnSpPr>
          <p:nvPr/>
        </p:nvCxnSpPr>
        <p:spPr>
          <a:xfrm flipV="1">
            <a:off x="1143462" y="3525457"/>
            <a:ext cx="0" cy="1537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03F152-07AF-7355-B679-DAC5F45DFF49}"/>
              </a:ext>
            </a:extLst>
          </p:cNvPr>
          <p:cNvCxnSpPr/>
          <p:nvPr/>
        </p:nvCxnSpPr>
        <p:spPr>
          <a:xfrm flipV="1">
            <a:off x="1143462" y="3387805"/>
            <a:ext cx="0" cy="550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CF2C68-660D-18BC-0845-143FC8D8BC14}"/>
              </a:ext>
            </a:extLst>
          </p:cNvPr>
          <p:cNvCxnSpPr>
            <a:cxnSpLocks/>
          </p:cNvCxnSpPr>
          <p:nvPr/>
        </p:nvCxnSpPr>
        <p:spPr>
          <a:xfrm>
            <a:off x="5338916" y="5053451"/>
            <a:ext cx="3932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D9A6F0-7361-1B98-C55C-72E2CC6AA147}"/>
                  </a:ext>
                </a:extLst>
              </p:cNvPr>
              <p:cNvSpPr txBox="1"/>
              <p:nvPr/>
            </p:nvSpPr>
            <p:spPr>
              <a:xfrm>
                <a:off x="5726084" y="4742595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D9A6F0-7361-1B98-C55C-72E2CC6AA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084" y="4742595"/>
                <a:ext cx="3760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8B1558-7CF6-8F43-A422-04CA0BA9DB79}"/>
                  </a:ext>
                </a:extLst>
              </p:cNvPr>
              <p:cNvSpPr txBox="1"/>
              <p:nvPr/>
            </p:nvSpPr>
            <p:spPr>
              <a:xfrm>
                <a:off x="698599" y="3172704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8B1558-7CF6-8F43-A422-04CA0BA9D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99" y="3172704"/>
                <a:ext cx="3760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1B6E11-59FA-4B5A-5D97-C22AF0D4BB2D}"/>
              </a:ext>
            </a:extLst>
          </p:cNvPr>
          <p:cNvCxnSpPr>
            <a:cxnSpLocks/>
          </p:cNvCxnSpPr>
          <p:nvPr/>
        </p:nvCxnSpPr>
        <p:spPr>
          <a:xfrm>
            <a:off x="4275303" y="4994195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5F1F2D-B67D-767D-97D8-EE973FBA9C9B}"/>
                  </a:ext>
                </a:extLst>
              </p:cNvPr>
              <p:cNvSpPr txBox="1"/>
              <p:nvPr/>
            </p:nvSpPr>
            <p:spPr>
              <a:xfrm>
                <a:off x="3760493" y="5183392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5F1F2D-B67D-767D-97D8-EE973FBA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493" y="5183392"/>
                <a:ext cx="10962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9F2AD3-1A41-7B3F-1307-3ED6529F84A3}"/>
                  </a:ext>
                </a:extLst>
              </p:cNvPr>
              <p:cNvSpPr txBox="1"/>
              <p:nvPr/>
            </p:nvSpPr>
            <p:spPr>
              <a:xfrm>
                <a:off x="756392" y="5163753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9F2AD3-1A41-7B3F-1307-3ED6529F8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2" y="5163753"/>
                <a:ext cx="10962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01C280-FB7F-F454-7EB1-401FBCCB5A16}"/>
              </a:ext>
            </a:extLst>
          </p:cNvPr>
          <p:cNvCxnSpPr>
            <a:cxnSpLocks/>
          </p:cNvCxnSpPr>
          <p:nvPr/>
        </p:nvCxnSpPr>
        <p:spPr>
          <a:xfrm>
            <a:off x="1541938" y="498077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D12C07E-FA9D-A534-107D-E78DE8BF9C6E}"/>
              </a:ext>
            </a:extLst>
          </p:cNvPr>
          <p:cNvSpPr/>
          <p:nvPr/>
        </p:nvSpPr>
        <p:spPr>
          <a:xfrm>
            <a:off x="4758813" y="4823278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696F18-B046-B0BA-5E49-BB5917EDFABE}"/>
              </a:ext>
            </a:extLst>
          </p:cNvPr>
          <p:cNvCxnSpPr>
            <a:cxnSpLocks/>
            <a:stCxn id="21" idx="8"/>
          </p:cNvCxnSpPr>
          <p:nvPr/>
        </p:nvCxnSpPr>
        <p:spPr>
          <a:xfrm flipV="1">
            <a:off x="5053781" y="5115216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50728D3-DE20-B49C-B54A-F685DB7A61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498179" y="3376744"/>
            <a:ext cx="2800350" cy="33337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08A38A4-9BBD-64A8-62AB-B0098DC8AD7C}"/>
              </a:ext>
            </a:extLst>
          </p:cNvPr>
          <p:cNvSpPr/>
          <p:nvPr/>
        </p:nvSpPr>
        <p:spPr>
          <a:xfrm>
            <a:off x="1541938" y="4923511"/>
            <a:ext cx="2733364" cy="129724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0F08D8-1F52-D3F0-4971-C44661B00275}"/>
              </a:ext>
            </a:extLst>
          </p:cNvPr>
          <p:cNvSpPr/>
          <p:nvPr/>
        </p:nvSpPr>
        <p:spPr>
          <a:xfrm>
            <a:off x="1610911" y="4784010"/>
            <a:ext cx="1815577" cy="14909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B25C4B-B1CC-5739-208C-B4DF4C2A5577}"/>
              </a:ext>
            </a:extLst>
          </p:cNvPr>
          <p:cNvSpPr/>
          <p:nvPr/>
        </p:nvSpPr>
        <p:spPr>
          <a:xfrm>
            <a:off x="1698927" y="4614714"/>
            <a:ext cx="1566787" cy="166782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31032E-C1EF-00AB-02B5-2CEAA5868FFF}"/>
              </a:ext>
            </a:extLst>
          </p:cNvPr>
          <p:cNvSpPr/>
          <p:nvPr/>
        </p:nvSpPr>
        <p:spPr>
          <a:xfrm>
            <a:off x="1776994" y="4447714"/>
            <a:ext cx="1337996" cy="166783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98B62B-1701-EC7E-BCBC-B742FD6CDB2A}"/>
              </a:ext>
            </a:extLst>
          </p:cNvPr>
          <p:cNvSpPr/>
          <p:nvPr/>
        </p:nvSpPr>
        <p:spPr>
          <a:xfrm>
            <a:off x="1852595" y="4299559"/>
            <a:ext cx="1131765" cy="185215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092511-CA07-1763-E90B-BD2555FAC332}"/>
              </a:ext>
            </a:extLst>
          </p:cNvPr>
          <p:cNvSpPr/>
          <p:nvPr/>
        </p:nvSpPr>
        <p:spPr>
          <a:xfrm>
            <a:off x="1983225" y="4142106"/>
            <a:ext cx="880555" cy="14593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614CD-30F8-0728-1D1A-C18404248AF1}"/>
              </a:ext>
            </a:extLst>
          </p:cNvPr>
          <p:cNvSpPr txBox="1"/>
          <p:nvPr/>
        </p:nvSpPr>
        <p:spPr>
          <a:xfrm>
            <a:off x="5839519" y="3544029"/>
            <a:ext cx="624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is the volume of the rotated layer?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D8D6BC2-8B2B-A2D8-73A7-9390177E4A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5534" y="2686342"/>
            <a:ext cx="1481021" cy="100620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B08B1B6-C55B-7587-BAD5-707D932DEC97}"/>
              </a:ext>
            </a:extLst>
          </p:cNvPr>
          <p:cNvCxnSpPr>
            <a:cxnSpLocks/>
          </p:cNvCxnSpPr>
          <p:nvPr/>
        </p:nvCxnSpPr>
        <p:spPr>
          <a:xfrm flipV="1">
            <a:off x="2840691" y="3458139"/>
            <a:ext cx="1591553" cy="76046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6AF0F96-BB82-1927-C347-1BAC6799EBFF}"/>
              </a:ext>
            </a:extLst>
          </p:cNvPr>
          <p:cNvSpPr txBox="1"/>
          <p:nvPr/>
        </p:nvSpPr>
        <p:spPr>
          <a:xfrm>
            <a:off x="5338916" y="2888926"/>
            <a:ext cx="2123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When rotated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005311-E075-1ABC-2CD9-130B420EE59E}"/>
              </a:ext>
            </a:extLst>
          </p:cNvPr>
          <p:cNvSpPr txBox="1"/>
          <p:nvPr/>
        </p:nvSpPr>
        <p:spPr>
          <a:xfrm>
            <a:off x="6258728" y="4195483"/>
            <a:ext cx="435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Volume = Surface Area * Width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5D25F6-6E54-3E21-563A-3D47866063AB}"/>
              </a:ext>
            </a:extLst>
          </p:cNvPr>
          <p:cNvSpPr/>
          <p:nvPr/>
        </p:nvSpPr>
        <p:spPr>
          <a:xfrm>
            <a:off x="4124951" y="3167919"/>
            <a:ext cx="880555" cy="14593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C390077-DDC6-8CFC-D21D-A3A3D789F834}"/>
                  </a:ext>
                </a:extLst>
              </p:cNvPr>
              <p:cNvSpPr txBox="1"/>
              <p:nvPr/>
            </p:nvSpPr>
            <p:spPr>
              <a:xfrm>
                <a:off x="3578059" y="2812008"/>
                <a:ext cx="21235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C390077-DDC6-8CFC-D21D-A3A3D789F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059" y="2812008"/>
                <a:ext cx="212355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B177A96-A120-3C51-97F6-B54D48D3B9A5}"/>
                  </a:ext>
                </a:extLst>
              </p:cNvPr>
              <p:cNvSpPr txBox="1"/>
              <p:nvPr/>
            </p:nvSpPr>
            <p:spPr>
              <a:xfrm>
                <a:off x="4135176" y="3004932"/>
                <a:ext cx="21235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B177A96-A120-3C51-97F6-B54D48D3B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176" y="3004932"/>
                <a:ext cx="212355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597CC33-234A-0CFB-ECF8-A2EBA9544F75}"/>
              </a:ext>
            </a:extLst>
          </p:cNvPr>
          <p:cNvCxnSpPr>
            <a:cxnSpLocks/>
          </p:cNvCxnSpPr>
          <p:nvPr/>
        </p:nvCxnSpPr>
        <p:spPr>
          <a:xfrm>
            <a:off x="5499688" y="3240884"/>
            <a:ext cx="190883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011220E-DA34-DE46-0C0C-B37108AEB0B1}"/>
                  </a:ext>
                </a:extLst>
              </p:cNvPr>
              <p:cNvSpPr txBox="1"/>
              <p:nvPr/>
            </p:nvSpPr>
            <p:spPr>
              <a:xfrm>
                <a:off x="6786260" y="4906393"/>
                <a:ext cx="43549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Volume =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l-GR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011220E-DA34-DE46-0C0C-B37108AEB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260" y="4906393"/>
                <a:ext cx="4354917" cy="461665"/>
              </a:xfrm>
              <a:prstGeom prst="rect">
                <a:avLst/>
              </a:prstGeom>
              <a:blipFill>
                <a:blip r:embed="rId12"/>
                <a:stretch>
                  <a:fillRect l="-209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C8F1AB-3D45-5B7C-C4A5-5FA9F8D904B6}"/>
                  </a:ext>
                </a:extLst>
              </p:cNvPr>
              <p:cNvSpPr txBox="1"/>
              <p:nvPr/>
            </p:nvSpPr>
            <p:spPr>
              <a:xfrm>
                <a:off x="6258727" y="5552724"/>
                <a:ext cx="43549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Total Volume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C8F1AB-3D45-5B7C-C4A5-5FA9F8D90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727" y="5552724"/>
                <a:ext cx="4354917" cy="461665"/>
              </a:xfrm>
              <a:prstGeom prst="rect">
                <a:avLst/>
              </a:prstGeom>
              <a:blipFill>
                <a:blip r:embed="rId13"/>
                <a:stretch>
                  <a:fillRect l="-2241" t="-131579" b="-193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205F1D-F1C1-0F18-5E6F-A09ED02BE347}"/>
                  </a:ext>
                </a:extLst>
              </p:cNvPr>
              <p:cNvSpPr txBox="1"/>
              <p:nvPr/>
            </p:nvSpPr>
            <p:spPr>
              <a:xfrm>
                <a:off x="6400692" y="6212961"/>
                <a:ext cx="4354917" cy="563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Total 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205F1D-F1C1-0F18-5E6F-A09ED02BE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692" y="6212961"/>
                <a:ext cx="4354917" cy="563872"/>
              </a:xfrm>
              <a:prstGeom prst="rect">
                <a:avLst/>
              </a:prstGeom>
              <a:blipFill>
                <a:blip r:embed="rId14"/>
                <a:stretch>
                  <a:fillRect l="-2241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689492-45D3-EABB-AF7C-79A791A6F290}"/>
                  </a:ext>
                </a:extLst>
              </p:cNvPr>
              <p:cNvSpPr txBox="1"/>
              <p:nvPr/>
            </p:nvSpPr>
            <p:spPr>
              <a:xfrm>
                <a:off x="82416" y="3935134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689492-45D3-EABB-AF7C-79A791A6F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" y="3935134"/>
                <a:ext cx="1096203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B9FF3E-8377-D599-9D9D-C9674D074D9C}"/>
              </a:ext>
            </a:extLst>
          </p:cNvPr>
          <p:cNvCxnSpPr>
            <a:cxnSpLocks/>
          </p:cNvCxnSpPr>
          <p:nvPr/>
        </p:nvCxnSpPr>
        <p:spPr>
          <a:xfrm rot="5400000">
            <a:off x="1130170" y="4048107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6678F98-FBFA-33FC-60BD-BF3DCA2AA9D0}"/>
              </a:ext>
            </a:extLst>
          </p:cNvPr>
          <p:cNvSpPr txBox="1"/>
          <p:nvPr/>
        </p:nvSpPr>
        <p:spPr>
          <a:xfrm>
            <a:off x="0" y="6473252"/>
            <a:ext cx="532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this example, the axis of rotation is the x-axis</a:t>
            </a:r>
          </a:p>
        </p:txBody>
      </p:sp>
    </p:spTree>
    <p:extLst>
      <p:ext uri="{BB962C8B-B14F-4D97-AF65-F5344CB8AC3E}">
        <p14:creationId xmlns:p14="http://schemas.microsoft.com/office/powerpoint/2010/main" val="389625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567</Words>
  <Application>Microsoft Office PowerPoint</Application>
  <PresentationFormat>Widescreen</PresentationFormat>
  <Paragraphs>117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7</cp:revision>
  <cp:lastPrinted>2025-08-21T02:00:35Z</cp:lastPrinted>
  <dcterms:created xsi:type="dcterms:W3CDTF">2025-08-20T23:47:39Z</dcterms:created>
  <dcterms:modified xsi:type="dcterms:W3CDTF">2026-01-25T04:36:57Z</dcterms:modified>
</cp:coreProperties>
</file>