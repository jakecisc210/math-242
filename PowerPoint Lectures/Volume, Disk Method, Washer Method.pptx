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83" r:id="rId3"/>
    <p:sldId id="291" r:id="rId4"/>
    <p:sldId id="292" r:id="rId5"/>
    <p:sldId id="296" r:id="rId6"/>
    <p:sldId id="295" r:id="rId7"/>
    <p:sldId id="294" r:id="rId8"/>
    <p:sldId id="297" r:id="rId9"/>
    <p:sldId id="298" r:id="rId10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CCCA"/>
    <a:srgbClr val="DDDBEC"/>
    <a:srgbClr val="FFFFFF"/>
    <a:srgbClr val="883A38"/>
    <a:srgbClr val="191972"/>
    <a:srgbClr val="918FB9"/>
    <a:srgbClr val="FBDB0E"/>
    <a:srgbClr val="D5D668"/>
    <a:srgbClr val="064E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4BACDA-4A9F-495B-A4A2-68DC32092E64}" v="367" dt="2026-01-25T03:58:07.2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">
      <pc:chgData name="Jacob Wyngaard" userId="6181fcd471e98458" providerId="LiveId" clId="{788BA123-62C9-4DDC-86E5-A6BCA4600216}" dt="2026-01-25T03:58:10.953" v="2114" actId="1076"/>
      <pc:docMkLst>
        <pc:docMk/>
      </pc:docMkLst>
      <pc:sldChg chg="modSp mod">
        <pc:chgData name="Jacob Wyngaard" userId="6181fcd471e98458" providerId="LiveId" clId="{788BA123-62C9-4DDC-86E5-A6BCA4600216}" dt="2026-01-22T02:22:27.370" v="44" actId="1076"/>
        <pc:sldMkLst>
          <pc:docMk/>
          <pc:sldMk cId="1116112418" sldId="256"/>
        </pc:sldMkLst>
        <pc:spChg chg="mod">
          <ac:chgData name="Jacob Wyngaard" userId="6181fcd471e98458" providerId="LiveId" clId="{788BA123-62C9-4DDC-86E5-A6BCA4600216}" dt="2026-01-22T02:22:27.370" v="44" actId="1076"/>
          <ac:spMkLst>
            <pc:docMk/>
            <pc:sldMk cId="1116112418" sldId="256"/>
            <ac:spMk id="2" creationId="{671C48F4-EC8B-9D87-E495-936CA1EC5A08}"/>
          </ac:spMkLst>
        </pc:spChg>
      </pc:sldChg>
      <pc:sldChg chg="addSp delSp modSp mod">
        <pc:chgData name="Jacob Wyngaard" userId="6181fcd471e98458" providerId="LiveId" clId="{788BA123-62C9-4DDC-86E5-A6BCA4600216}" dt="2026-01-22T02:31:20.537" v="477" actId="1076"/>
        <pc:sldMkLst>
          <pc:docMk/>
          <pc:sldMk cId="94943546" sldId="283"/>
        </pc:sldMkLst>
        <pc:spChg chg="mod">
          <ac:chgData name="Jacob Wyngaard" userId="6181fcd471e98458" providerId="LiveId" clId="{788BA123-62C9-4DDC-86E5-A6BCA4600216}" dt="2026-01-22T02:26:35.326" v="232" actId="1076"/>
          <ac:spMkLst>
            <pc:docMk/>
            <pc:sldMk cId="94943546" sldId="283"/>
            <ac:spMk id="3" creationId="{C04B7A0F-8996-1BFF-A48C-FCCFDB2B68AC}"/>
          </ac:spMkLst>
        </pc:spChg>
        <pc:spChg chg="add mod">
          <ac:chgData name="Jacob Wyngaard" userId="6181fcd471e98458" providerId="LiveId" clId="{788BA123-62C9-4DDC-86E5-A6BCA4600216}" dt="2026-01-22T02:23:46.267" v="149" actId="1076"/>
          <ac:spMkLst>
            <pc:docMk/>
            <pc:sldMk cId="94943546" sldId="283"/>
            <ac:spMk id="4" creationId="{A9CD9224-10B9-86BA-A103-C596643C50C9}"/>
          </ac:spMkLst>
        </pc:spChg>
        <pc:spChg chg="add mod">
          <ac:chgData name="Jacob Wyngaard" userId="6181fcd471e98458" providerId="LiveId" clId="{788BA123-62C9-4DDC-86E5-A6BCA4600216}" dt="2026-01-22T02:25:11.324" v="151" actId="1076"/>
          <ac:spMkLst>
            <pc:docMk/>
            <pc:sldMk cId="94943546" sldId="283"/>
            <ac:spMk id="5" creationId="{6F996C39-93A6-0C77-DC44-4544B6275A81}"/>
          </ac:spMkLst>
        </pc:spChg>
        <pc:spChg chg="add mod">
          <ac:chgData name="Jacob Wyngaard" userId="6181fcd471e98458" providerId="LiveId" clId="{788BA123-62C9-4DDC-86E5-A6BCA4600216}" dt="2026-01-22T02:25:11.324" v="151" actId="1076"/>
          <ac:spMkLst>
            <pc:docMk/>
            <pc:sldMk cId="94943546" sldId="283"/>
            <ac:spMk id="7" creationId="{07111650-3DDE-CDD6-4B4D-30CD863B4B95}"/>
          </ac:spMkLst>
        </pc:spChg>
        <pc:spChg chg="mod">
          <ac:chgData name="Jacob Wyngaard" userId="6181fcd471e98458" providerId="LiveId" clId="{788BA123-62C9-4DDC-86E5-A6BCA4600216}" dt="2026-01-22T02:23:26.704" v="141" actId="20577"/>
          <ac:spMkLst>
            <pc:docMk/>
            <pc:sldMk cId="94943546" sldId="283"/>
            <ac:spMk id="14" creationId="{22910830-0AB3-36FC-B166-824D315C13CD}"/>
          </ac:spMkLst>
        </pc:spChg>
        <pc:spChg chg="add mod">
          <ac:chgData name="Jacob Wyngaard" userId="6181fcd471e98458" providerId="LiveId" clId="{788BA123-62C9-4DDC-86E5-A6BCA4600216}" dt="2026-01-22T02:26:44.702" v="236" actId="20577"/>
          <ac:spMkLst>
            <pc:docMk/>
            <pc:sldMk cId="94943546" sldId="283"/>
            <ac:spMk id="16" creationId="{448A4989-B395-9BD1-551D-8050D2B0A4AB}"/>
          </ac:spMkLst>
        </pc:spChg>
        <pc:spChg chg="add mod">
          <ac:chgData name="Jacob Wyngaard" userId="6181fcd471e98458" providerId="LiveId" clId="{788BA123-62C9-4DDC-86E5-A6BCA4600216}" dt="2026-01-22T02:28:08.692" v="246" actId="20577"/>
          <ac:spMkLst>
            <pc:docMk/>
            <pc:sldMk cId="94943546" sldId="283"/>
            <ac:spMk id="17" creationId="{0CCA35C4-2FE7-55DF-A31E-92BEF97EB742}"/>
          </ac:spMkLst>
        </pc:spChg>
        <pc:picChg chg="mod">
          <ac:chgData name="Jacob Wyngaard" userId="6181fcd471e98458" providerId="LiveId" clId="{788BA123-62C9-4DDC-86E5-A6BCA4600216}" dt="2026-01-22T02:23:22.178" v="139" actId="1076"/>
          <ac:picMkLst>
            <pc:docMk/>
            <pc:sldMk cId="94943546" sldId="283"/>
            <ac:picMk id="12" creationId="{B0C459ED-77B1-EE93-DA21-1BB283B4E6BE}"/>
          </ac:picMkLst>
        </pc:picChg>
        <pc:picChg chg="add mod">
          <ac:chgData name="Jacob Wyngaard" userId="6181fcd471e98458" providerId="LiveId" clId="{788BA123-62C9-4DDC-86E5-A6BCA4600216}" dt="2026-01-22T02:31:20.537" v="477" actId="1076"/>
          <ac:picMkLst>
            <pc:docMk/>
            <pc:sldMk cId="94943546" sldId="283"/>
            <ac:picMk id="18" creationId="{6176F774-0CC0-0C68-89A8-F281652255CE}"/>
          </ac:picMkLst>
        </pc:picChg>
      </pc:sldChg>
      <pc:sldChg chg="addSp delSp modSp add mod">
        <pc:chgData name="Jacob Wyngaard" userId="6181fcd471e98458" providerId="LiveId" clId="{788BA123-62C9-4DDC-86E5-A6BCA4600216}" dt="2026-01-25T02:48:09.672" v="1381" actId="1036"/>
        <pc:sldMkLst>
          <pc:docMk/>
          <pc:sldMk cId="2058011450" sldId="291"/>
        </pc:sldMkLst>
        <pc:spChg chg="add mod">
          <ac:chgData name="Jacob Wyngaard" userId="6181fcd471e98458" providerId="LiveId" clId="{788BA123-62C9-4DDC-86E5-A6BCA4600216}" dt="2026-01-25T02:48:03.599" v="1380" actId="14100"/>
          <ac:spMkLst>
            <pc:docMk/>
            <pc:sldMk cId="2058011450" sldId="291"/>
            <ac:spMk id="2" creationId="{0B22580D-0EF2-5BC4-CBD1-CC78722F9DE8}"/>
          </ac:spMkLst>
        </pc:spChg>
        <pc:spChg chg="mod">
          <ac:chgData name="Jacob Wyngaard" userId="6181fcd471e98458" providerId="LiveId" clId="{788BA123-62C9-4DDC-86E5-A6BCA4600216}" dt="2026-01-22T02:30:55.583" v="470" actId="1076"/>
          <ac:spMkLst>
            <pc:docMk/>
            <pc:sldMk cId="2058011450" sldId="291"/>
            <ac:spMk id="3" creationId="{D884FA1B-66D0-0B58-04CE-E1F9B6E5D404}"/>
          </ac:spMkLst>
        </pc:spChg>
        <pc:spChg chg="mod">
          <ac:chgData name="Jacob Wyngaard" userId="6181fcd471e98458" providerId="LiveId" clId="{788BA123-62C9-4DDC-86E5-A6BCA4600216}" dt="2026-01-22T02:29:24.886" v="288" actId="1076"/>
          <ac:spMkLst>
            <pc:docMk/>
            <pc:sldMk cId="2058011450" sldId="291"/>
            <ac:spMk id="9" creationId="{FC7E883F-D4F9-D49C-BDC8-E8E40C7D62B4}"/>
          </ac:spMkLst>
        </pc:spChg>
        <pc:picChg chg="add mod modCrop">
          <ac:chgData name="Jacob Wyngaard" userId="6181fcd471e98458" providerId="LiveId" clId="{788BA123-62C9-4DDC-86E5-A6BCA4600216}" dt="2026-01-22T02:38:40.852" v="599" actId="732"/>
          <ac:picMkLst>
            <pc:docMk/>
            <pc:sldMk cId="2058011450" sldId="291"/>
            <ac:picMk id="10" creationId="{B7BE96CC-20E2-A930-062D-CAF48970506B}"/>
          </ac:picMkLst>
        </pc:picChg>
        <pc:picChg chg="add mod">
          <ac:chgData name="Jacob Wyngaard" userId="6181fcd471e98458" providerId="LiveId" clId="{788BA123-62C9-4DDC-86E5-A6BCA4600216}" dt="2026-01-22T03:10:13.085" v="1356"/>
          <ac:picMkLst>
            <pc:docMk/>
            <pc:sldMk cId="2058011450" sldId="291"/>
            <ac:picMk id="13" creationId="{C6E1C6EF-55B6-3F02-46C9-672410A0DC93}"/>
          </ac:picMkLst>
        </pc:picChg>
        <pc:cxnChg chg="add mod">
          <ac:chgData name="Jacob Wyngaard" userId="6181fcd471e98458" providerId="LiveId" clId="{788BA123-62C9-4DDC-86E5-A6BCA4600216}" dt="2026-01-25T02:48:09.672" v="1381" actId="1036"/>
          <ac:cxnSpMkLst>
            <pc:docMk/>
            <pc:sldMk cId="2058011450" sldId="291"/>
            <ac:cxnSpMk id="5" creationId="{029C55C2-75A6-1C5F-BF67-ED8A7C8C6474}"/>
          </ac:cxnSpMkLst>
        </pc:cxnChg>
      </pc:sldChg>
      <pc:sldChg chg="addSp delSp modSp add mod">
        <pc:chgData name="Jacob Wyngaard" userId="6181fcd471e98458" providerId="LiveId" clId="{788BA123-62C9-4DDC-86E5-A6BCA4600216}" dt="2026-01-25T02:54:45.468" v="1586" actId="1035"/>
        <pc:sldMkLst>
          <pc:docMk/>
          <pc:sldMk cId="49867627" sldId="292"/>
        </pc:sldMkLst>
        <pc:spChg chg="mod">
          <ac:chgData name="Jacob Wyngaard" userId="6181fcd471e98458" providerId="LiveId" clId="{788BA123-62C9-4DDC-86E5-A6BCA4600216}" dt="2026-01-22T02:34:15.246" v="582" actId="1076"/>
          <ac:spMkLst>
            <pc:docMk/>
            <pc:sldMk cId="49867627" sldId="292"/>
            <ac:spMk id="3" creationId="{64915548-D1D1-C565-EE2D-26D345C05B32}"/>
          </ac:spMkLst>
        </pc:spChg>
        <pc:spChg chg="add mod">
          <ac:chgData name="Jacob Wyngaard" userId="6181fcd471e98458" providerId="LiveId" clId="{788BA123-62C9-4DDC-86E5-A6BCA4600216}" dt="2026-01-25T02:50:33.309" v="1476" actId="1076"/>
          <ac:spMkLst>
            <pc:docMk/>
            <pc:sldMk cId="49867627" sldId="292"/>
            <ac:spMk id="4" creationId="{54F340F5-72B4-3DAD-552D-63883B6F564A}"/>
          </ac:spMkLst>
        </pc:spChg>
        <pc:spChg chg="add mod">
          <ac:chgData name="Jacob Wyngaard" userId="6181fcd471e98458" providerId="LiveId" clId="{788BA123-62C9-4DDC-86E5-A6BCA4600216}" dt="2026-01-22T02:39:54.984" v="645" actId="1076"/>
          <ac:spMkLst>
            <pc:docMk/>
            <pc:sldMk cId="49867627" sldId="292"/>
            <ac:spMk id="5" creationId="{1D8A0B0D-6BB3-EDFC-D63B-78ECCB2A4F95}"/>
          </ac:spMkLst>
        </pc:spChg>
        <pc:spChg chg="add mod">
          <ac:chgData name="Jacob Wyngaard" userId="6181fcd471e98458" providerId="LiveId" clId="{788BA123-62C9-4DDC-86E5-A6BCA4600216}" dt="2026-01-25T02:51:51.513" v="1528" actId="1076"/>
          <ac:spMkLst>
            <pc:docMk/>
            <pc:sldMk cId="49867627" sldId="292"/>
            <ac:spMk id="7" creationId="{863269B0-9CE5-B1B3-D6E7-6FFB437943AE}"/>
          </ac:spMkLst>
        </pc:spChg>
        <pc:spChg chg="mod">
          <ac:chgData name="Jacob Wyngaard" userId="6181fcd471e98458" providerId="LiveId" clId="{788BA123-62C9-4DDC-86E5-A6BCA4600216}" dt="2026-01-22T02:43:25.874" v="758" actId="1076"/>
          <ac:spMkLst>
            <pc:docMk/>
            <pc:sldMk cId="49867627" sldId="292"/>
            <ac:spMk id="9" creationId="{4680EC0E-7CE2-9051-F3B5-98FE8FAF55EB}"/>
          </ac:spMkLst>
        </pc:spChg>
        <pc:spChg chg="add del mod">
          <ac:chgData name="Jacob Wyngaard" userId="6181fcd471e98458" providerId="LiveId" clId="{788BA123-62C9-4DDC-86E5-A6BCA4600216}" dt="2026-01-25T02:50:07.716" v="1460" actId="478"/>
          <ac:spMkLst>
            <pc:docMk/>
            <pc:sldMk cId="49867627" sldId="292"/>
            <ac:spMk id="10" creationId="{8AD9F824-3705-7F6B-CE83-A2E46F17E3DF}"/>
          </ac:spMkLst>
        </pc:spChg>
        <pc:spChg chg="add del mod">
          <ac:chgData name="Jacob Wyngaard" userId="6181fcd471e98458" providerId="LiveId" clId="{788BA123-62C9-4DDC-86E5-A6BCA4600216}" dt="2026-01-25T02:50:08.861" v="1461" actId="478"/>
          <ac:spMkLst>
            <pc:docMk/>
            <pc:sldMk cId="49867627" sldId="292"/>
            <ac:spMk id="11" creationId="{EF195919-8683-E456-026E-6235D9D71DE6}"/>
          </ac:spMkLst>
        </pc:spChg>
        <pc:spChg chg="add mod">
          <ac:chgData name="Jacob Wyngaard" userId="6181fcd471e98458" providerId="LiveId" clId="{788BA123-62C9-4DDC-86E5-A6BCA4600216}" dt="2026-01-25T02:48:26.788" v="1389" actId="1035"/>
          <ac:spMkLst>
            <pc:docMk/>
            <pc:sldMk cId="49867627" sldId="292"/>
            <ac:spMk id="12" creationId="{8B27F3CA-A391-8320-69E1-2B744FA64630}"/>
          </ac:spMkLst>
        </pc:spChg>
        <pc:spChg chg="add mod">
          <ac:chgData name="Jacob Wyngaard" userId="6181fcd471e98458" providerId="LiveId" clId="{788BA123-62C9-4DDC-86E5-A6BCA4600216}" dt="2026-01-25T02:49:59.072" v="1458" actId="1076"/>
          <ac:spMkLst>
            <pc:docMk/>
            <pc:sldMk cId="49867627" sldId="292"/>
            <ac:spMk id="14" creationId="{5F59AD79-E662-A49A-9ABF-FB760EFC07BF}"/>
          </ac:spMkLst>
        </pc:spChg>
        <pc:spChg chg="add mod">
          <ac:chgData name="Jacob Wyngaard" userId="6181fcd471e98458" providerId="LiveId" clId="{788BA123-62C9-4DDC-86E5-A6BCA4600216}" dt="2026-01-25T02:51:53.565" v="1529" actId="1076"/>
          <ac:spMkLst>
            <pc:docMk/>
            <pc:sldMk cId="49867627" sldId="292"/>
            <ac:spMk id="15" creationId="{75813FB0-1947-31D7-ABD2-988855024041}"/>
          </ac:spMkLst>
        </pc:spChg>
        <pc:spChg chg="add mod">
          <ac:chgData name="Jacob Wyngaard" userId="6181fcd471e98458" providerId="LiveId" clId="{788BA123-62C9-4DDC-86E5-A6BCA4600216}" dt="2026-01-25T02:52:00.164" v="1530" actId="1076"/>
          <ac:spMkLst>
            <pc:docMk/>
            <pc:sldMk cId="49867627" sldId="292"/>
            <ac:spMk id="17" creationId="{E971FEBC-5042-84F7-8677-B44886CCFD23}"/>
          </ac:spMkLst>
        </pc:spChg>
        <pc:spChg chg="add mod">
          <ac:chgData name="Jacob Wyngaard" userId="6181fcd471e98458" providerId="LiveId" clId="{788BA123-62C9-4DDC-86E5-A6BCA4600216}" dt="2026-01-25T02:54:45.468" v="1586" actId="1035"/>
          <ac:spMkLst>
            <pc:docMk/>
            <pc:sldMk cId="49867627" sldId="292"/>
            <ac:spMk id="27" creationId="{D5045772-1FC4-232A-DF51-4D6C3237A1CD}"/>
          </ac:spMkLst>
        </pc:spChg>
        <pc:spChg chg="add mod">
          <ac:chgData name="Jacob Wyngaard" userId="6181fcd471e98458" providerId="LiveId" clId="{788BA123-62C9-4DDC-86E5-A6BCA4600216}" dt="2026-01-25T02:54:32.087" v="1583" actId="207"/>
          <ac:spMkLst>
            <pc:docMk/>
            <pc:sldMk cId="49867627" sldId="292"/>
            <ac:spMk id="35" creationId="{72EA0986-301E-A308-8946-D11A307A3888}"/>
          </ac:spMkLst>
        </pc:spChg>
        <pc:picChg chg="add mod modCrop">
          <ac:chgData name="Jacob Wyngaard" userId="6181fcd471e98458" providerId="LiveId" clId="{788BA123-62C9-4DDC-86E5-A6BCA4600216}" dt="2026-01-22T02:38:55.632" v="601" actId="1076"/>
          <ac:picMkLst>
            <pc:docMk/>
            <pc:sldMk cId="49867627" sldId="292"/>
            <ac:picMk id="2" creationId="{6578A7C6-C0D5-B7C5-5F26-C0349F43B168}"/>
          </ac:picMkLst>
        </pc:picChg>
        <pc:cxnChg chg="add mod">
          <ac:chgData name="Jacob Wyngaard" userId="6181fcd471e98458" providerId="LiveId" clId="{788BA123-62C9-4DDC-86E5-A6BCA4600216}" dt="2026-01-25T02:48:36.514" v="1391" actId="1035"/>
          <ac:cxnSpMkLst>
            <pc:docMk/>
            <pc:sldMk cId="49867627" sldId="292"/>
            <ac:cxnSpMk id="13" creationId="{2B3D1362-BE1D-BEE6-84F0-42397AA1679E}"/>
          </ac:cxnSpMkLst>
        </pc:cxnChg>
        <pc:cxnChg chg="add mod">
          <ac:chgData name="Jacob Wyngaard" userId="6181fcd471e98458" providerId="LiveId" clId="{788BA123-62C9-4DDC-86E5-A6BCA4600216}" dt="2026-01-25T02:52:54.054" v="1543" actId="14100"/>
          <ac:cxnSpMkLst>
            <pc:docMk/>
            <pc:sldMk cId="49867627" sldId="292"/>
            <ac:cxnSpMk id="19" creationId="{001A5A79-CD60-30C5-D313-011E405D46DE}"/>
          </ac:cxnSpMkLst>
        </pc:cxnChg>
        <pc:cxnChg chg="add mod">
          <ac:chgData name="Jacob Wyngaard" userId="6181fcd471e98458" providerId="LiveId" clId="{788BA123-62C9-4DDC-86E5-A6BCA4600216}" dt="2026-01-25T02:53:08.641" v="1547" actId="1036"/>
          <ac:cxnSpMkLst>
            <pc:docMk/>
            <pc:sldMk cId="49867627" sldId="292"/>
            <ac:cxnSpMk id="20" creationId="{0D587CA8-CC2D-3144-74E2-24CBFED758C9}"/>
          </ac:cxnSpMkLst>
        </pc:cxnChg>
        <pc:cxnChg chg="add mod">
          <ac:chgData name="Jacob Wyngaard" userId="6181fcd471e98458" providerId="LiveId" clId="{788BA123-62C9-4DDC-86E5-A6BCA4600216}" dt="2026-01-25T02:53:13.841" v="1549" actId="14100"/>
          <ac:cxnSpMkLst>
            <pc:docMk/>
            <pc:sldMk cId="49867627" sldId="292"/>
            <ac:cxnSpMk id="25" creationId="{60F94305-DEA5-8812-15A8-352DFB46E118}"/>
          </ac:cxnSpMkLst>
        </pc:cxnChg>
        <pc:cxnChg chg="add mod">
          <ac:chgData name="Jacob Wyngaard" userId="6181fcd471e98458" providerId="LiveId" clId="{788BA123-62C9-4DDC-86E5-A6BCA4600216}" dt="2026-01-25T02:54:41.720" v="1584" actId="208"/>
          <ac:cxnSpMkLst>
            <pc:docMk/>
            <pc:sldMk cId="49867627" sldId="292"/>
            <ac:cxnSpMk id="28" creationId="{75113506-712E-2CE1-08A0-F25171A34A88}"/>
          </ac:cxnSpMkLst>
        </pc:cxnChg>
      </pc:sldChg>
      <pc:sldChg chg="addSp delSp modSp add mod">
        <pc:chgData name="Jacob Wyngaard" userId="6181fcd471e98458" providerId="LiveId" clId="{788BA123-62C9-4DDC-86E5-A6BCA4600216}" dt="2026-01-25T03:58:10.953" v="2114" actId="1076"/>
        <pc:sldMkLst>
          <pc:docMk/>
          <pc:sldMk cId="665760977" sldId="294"/>
        </pc:sldMkLst>
        <pc:spChg chg="add mod">
          <ac:chgData name="Jacob Wyngaard" userId="6181fcd471e98458" providerId="LiveId" clId="{788BA123-62C9-4DDC-86E5-A6BCA4600216}" dt="2026-01-25T02:58:51.586" v="1653" actId="207"/>
          <ac:spMkLst>
            <pc:docMk/>
            <pc:sldMk cId="665760977" sldId="294"/>
            <ac:spMk id="2" creationId="{01D4349C-D29B-B3DA-B53F-AFB084AAD167}"/>
          </ac:spMkLst>
        </pc:spChg>
        <pc:spChg chg="mod">
          <ac:chgData name="Jacob Wyngaard" userId="6181fcd471e98458" providerId="LiveId" clId="{788BA123-62C9-4DDC-86E5-A6BCA4600216}" dt="2026-01-25T02:58:37.731" v="1649" actId="207"/>
          <ac:spMkLst>
            <pc:docMk/>
            <pc:sldMk cId="665760977" sldId="294"/>
            <ac:spMk id="3" creationId="{A165BD96-70D7-5F9D-EFA6-C6858D58641B}"/>
          </ac:spMkLst>
        </pc:spChg>
        <pc:spChg chg="mod">
          <ac:chgData name="Jacob Wyngaard" userId="6181fcd471e98458" providerId="LiveId" clId="{788BA123-62C9-4DDC-86E5-A6BCA4600216}" dt="2026-01-25T02:58:45.638" v="1651" actId="207"/>
          <ac:spMkLst>
            <pc:docMk/>
            <pc:sldMk cId="665760977" sldId="294"/>
            <ac:spMk id="5" creationId="{F6AF8192-6C4C-406C-874A-C4AC4E863CCF}"/>
          </ac:spMkLst>
        </pc:spChg>
        <pc:spChg chg="add mod">
          <ac:chgData name="Jacob Wyngaard" userId="6181fcd471e98458" providerId="LiveId" clId="{788BA123-62C9-4DDC-86E5-A6BCA4600216}" dt="2026-01-25T02:56:53.298" v="1630" actId="1076"/>
          <ac:spMkLst>
            <pc:docMk/>
            <pc:sldMk cId="665760977" sldId="294"/>
            <ac:spMk id="9" creationId="{7EB87547-4965-53E4-8F84-68EDF26D4346}"/>
          </ac:spMkLst>
        </pc:spChg>
        <pc:spChg chg="add mod">
          <ac:chgData name="Jacob Wyngaard" userId="6181fcd471e98458" providerId="LiveId" clId="{788BA123-62C9-4DDC-86E5-A6BCA4600216}" dt="2026-01-25T02:56:53.298" v="1630" actId="1076"/>
          <ac:spMkLst>
            <pc:docMk/>
            <pc:sldMk cId="665760977" sldId="294"/>
            <ac:spMk id="10" creationId="{53476BF9-16E0-6691-AEC1-DAC1392A35F9}"/>
          </ac:spMkLst>
        </pc:spChg>
        <pc:spChg chg="add mod">
          <ac:chgData name="Jacob Wyngaard" userId="6181fcd471e98458" providerId="LiveId" clId="{788BA123-62C9-4DDC-86E5-A6BCA4600216}" dt="2026-01-25T02:56:53.298" v="1630" actId="1076"/>
          <ac:spMkLst>
            <pc:docMk/>
            <pc:sldMk cId="665760977" sldId="294"/>
            <ac:spMk id="14" creationId="{051D1E2E-5B26-0705-688A-EA200B7E0CF4}"/>
          </ac:spMkLst>
        </pc:spChg>
        <pc:spChg chg="add mod">
          <ac:chgData name="Jacob Wyngaard" userId="6181fcd471e98458" providerId="LiveId" clId="{788BA123-62C9-4DDC-86E5-A6BCA4600216}" dt="2026-01-25T02:56:53.298" v="1630" actId="1076"/>
          <ac:spMkLst>
            <pc:docMk/>
            <pc:sldMk cId="665760977" sldId="294"/>
            <ac:spMk id="15" creationId="{E58B7E47-7BC1-3120-9D38-7CF28A47E443}"/>
          </ac:spMkLst>
        </pc:spChg>
        <pc:spChg chg="add mod">
          <ac:chgData name="Jacob Wyngaard" userId="6181fcd471e98458" providerId="LiveId" clId="{788BA123-62C9-4DDC-86E5-A6BCA4600216}" dt="2026-01-25T02:56:53.298" v="1630" actId="1076"/>
          <ac:spMkLst>
            <pc:docMk/>
            <pc:sldMk cId="665760977" sldId="294"/>
            <ac:spMk id="19" creationId="{7151BC7F-9A72-1954-CD4F-8F9F82352EE5}"/>
          </ac:spMkLst>
        </pc:spChg>
        <pc:spChg chg="add mod">
          <ac:chgData name="Jacob Wyngaard" userId="6181fcd471e98458" providerId="LiveId" clId="{788BA123-62C9-4DDC-86E5-A6BCA4600216}" dt="2026-01-25T02:56:53.298" v="1630" actId="1076"/>
          <ac:spMkLst>
            <pc:docMk/>
            <pc:sldMk cId="665760977" sldId="294"/>
            <ac:spMk id="20" creationId="{81BF6B46-31E2-7612-80F6-D25D5F8BF8F6}"/>
          </ac:spMkLst>
        </pc:spChg>
        <pc:spChg chg="add mod">
          <ac:chgData name="Jacob Wyngaard" userId="6181fcd471e98458" providerId="LiveId" clId="{788BA123-62C9-4DDC-86E5-A6BCA4600216}" dt="2026-01-25T02:56:53.298" v="1630" actId="1076"/>
          <ac:spMkLst>
            <pc:docMk/>
            <pc:sldMk cId="665760977" sldId="294"/>
            <ac:spMk id="22" creationId="{83E882B9-AD82-7C4F-A559-5BF80C129576}"/>
          </ac:spMkLst>
        </pc:spChg>
        <pc:spChg chg="add mod">
          <ac:chgData name="Jacob Wyngaard" userId="6181fcd471e98458" providerId="LiveId" clId="{788BA123-62C9-4DDC-86E5-A6BCA4600216}" dt="2026-01-25T02:56:53.298" v="1630" actId="1076"/>
          <ac:spMkLst>
            <pc:docMk/>
            <pc:sldMk cId="665760977" sldId="294"/>
            <ac:spMk id="24" creationId="{C31158E3-7B8D-2BA2-1EB5-450A59C809B6}"/>
          </ac:spMkLst>
        </pc:spChg>
        <pc:spChg chg="add mod">
          <ac:chgData name="Jacob Wyngaard" userId="6181fcd471e98458" providerId="LiveId" clId="{788BA123-62C9-4DDC-86E5-A6BCA4600216}" dt="2026-01-25T02:56:53.298" v="1630" actId="1076"/>
          <ac:spMkLst>
            <pc:docMk/>
            <pc:sldMk cId="665760977" sldId="294"/>
            <ac:spMk id="27" creationId="{A6B673BE-D708-9CB8-C50D-0E839C855D6E}"/>
          </ac:spMkLst>
        </pc:spChg>
        <pc:spChg chg="add mod">
          <ac:chgData name="Jacob Wyngaard" userId="6181fcd471e98458" providerId="LiveId" clId="{788BA123-62C9-4DDC-86E5-A6BCA4600216}" dt="2026-01-25T02:56:53.298" v="1630" actId="1076"/>
          <ac:spMkLst>
            <pc:docMk/>
            <pc:sldMk cId="665760977" sldId="294"/>
            <ac:spMk id="28" creationId="{1FEB638C-06BC-E373-5C7E-1A6BB9FD44A3}"/>
          </ac:spMkLst>
        </pc:spChg>
        <pc:spChg chg="add mod">
          <ac:chgData name="Jacob Wyngaard" userId="6181fcd471e98458" providerId="LiveId" clId="{788BA123-62C9-4DDC-86E5-A6BCA4600216}" dt="2026-01-25T02:56:58.118" v="1632"/>
          <ac:spMkLst>
            <pc:docMk/>
            <pc:sldMk cId="665760977" sldId="294"/>
            <ac:spMk id="29" creationId="{B7F5A07A-9CA1-08E5-C5C0-B49503CF34E1}"/>
          </ac:spMkLst>
        </pc:spChg>
        <pc:spChg chg="add mod">
          <ac:chgData name="Jacob Wyngaard" userId="6181fcd471e98458" providerId="LiveId" clId="{788BA123-62C9-4DDC-86E5-A6BCA4600216}" dt="2026-01-25T03:58:10.953" v="2114" actId="1076"/>
          <ac:spMkLst>
            <pc:docMk/>
            <pc:sldMk cId="665760977" sldId="294"/>
            <ac:spMk id="31" creationId="{D81B3EA0-1D58-9EE2-E8CD-9C9C490F05D8}"/>
          </ac:spMkLst>
        </pc:spChg>
        <pc:spChg chg="add mod">
          <ac:chgData name="Jacob Wyngaard" userId="6181fcd471e98458" providerId="LiveId" clId="{788BA123-62C9-4DDC-86E5-A6BCA4600216}" dt="2026-01-25T02:59:10.900" v="1660" actId="1076"/>
          <ac:spMkLst>
            <pc:docMk/>
            <pc:sldMk cId="665760977" sldId="294"/>
            <ac:spMk id="35" creationId="{5302E272-41CD-0F1F-25A6-40077556104E}"/>
          </ac:spMkLst>
        </pc:spChg>
        <pc:spChg chg="add mod">
          <ac:chgData name="Jacob Wyngaard" userId="6181fcd471e98458" providerId="LiveId" clId="{788BA123-62C9-4DDC-86E5-A6BCA4600216}" dt="2026-01-25T02:59:25.242" v="1665" actId="20577"/>
          <ac:spMkLst>
            <pc:docMk/>
            <pc:sldMk cId="665760977" sldId="294"/>
            <ac:spMk id="36" creationId="{BF4E1BF7-DB8F-E728-CC6C-2DEE0767E0FF}"/>
          </ac:spMkLst>
        </pc:spChg>
        <pc:spChg chg="add mod">
          <ac:chgData name="Jacob Wyngaard" userId="6181fcd471e98458" providerId="LiveId" clId="{788BA123-62C9-4DDC-86E5-A6BCA4600216}" dt="2026-01-25T03:00:36.360" v="1688" actId="1076"/>
          <ac:spMkLst>
            <pc:docMk/>
            <pc:sldMk cId="665760977" sldId="294"/>
            <ac:spMk id="38" creationId="{87082038-4AE5-2479-5790-2CE473232EA6}"/>
          </ac:spMkLst>
        </pc:spChg>
        <pc:spChg chg="add mod">
          <ac:chgData name="Jacob Wyngaard" userId="6181fcd471e98458" providerId="LiveId" clId="{788BA123-62C9-4DDC-86E5-A6BCA4600216}" dt="2026-01-25T03:00:40.281" v="1689" actId="1076"/>
          <ac:spMkLst>
            <pc:docMk/>
            <pc:sldMk cId="665760977" sldId="294"/>
            <ac:spMk id="39" creationId="{686B510C-C651-D06C-B45E-DDDE26F906A4}"/>
          </ac:spMkLst>
        </pc:spChg>
        <pc:cxnChg chg="add mod">
          <ac:chgData name="Jacob Wyngaard" userId="6181fcd471e98458" providerId="LiveId" clId="{788BA123-62C9-4DDC-86E5-A6BCA4600216}" dt="2026-01-25T02:58:23.247" v="1648" actId="208"/>
          <ac:cxnSpMkLst>
            <pc:docMk/>
            <pc:sldMk cId="665760977" sldId="294"/>
            <ac:cxnSpMk id="30" creationId="{6C85AA72-159E-57BF-2343-E18CCA3789B3}"/>
          </ac:cxnSpMkLst>
        </pc:cxnChg>
        <pc:cxnChg chg="add mod">
          <ac:chgData name="Jacob Wyngaard" userId="6181fcd471e98458" providerId="LiveId" clId="{788BA123-62C9-4DDC-86E5-A6BCA4600216}" dt="2026-01-25T02:58:57.527" v="1654" actId="208"/>
          <ac:cxnSpMkLst>
            <pc:docMk/>
            <pc:sldMk cId="665760977" sldId="294"/>
            <ac:cxnSpMk id="32" creationId="{22EF682B-A821-D697-3EE3-EFF8B3ADE1C6}"/>
          </ac:cxnSpMkLst>
        </pc:cxnChg>
        <pc:cxnChg chg="add mod">
          <ac:chgData name="Jacob Wyngaard" userId="6181fcd471e98458" providerId="LiveId" clId="{788BA123-62C9-4DDC-86E5-A6BCA4600216}" dt="2026-01-25T03:58:10.953" v="2114" actId="1076"/>
          <ac:cxnSpMkLst>
            <pc:docMk/>
            <pc:sldMk cId="665760977" sldId="294"/>
            <ac:cxnSpMk id="33" creationId="{15E7FE29-7C56-29D2-4BBB-0AFF2DE6B8FD}"/>
          </ac:cxnSpMkLst>
        </pc:cxnChg>
      </pc:sldChg>
      <pc:sldChg chg="addSp delSp modSp add mod">
        <pc:chgData name="Jacob Wyngaard" userId="6181fcd471e98458" providerId="LiveId" clId="{788BA123-62C9-4DDC-86E5-A6BCA4600216}" dt="2026-01-25T03:58:05.446" v="2112" actId="1076"/>
        <pc:sldMkLst>
          <pc:docMk/>
          <pc:sldMk cId="278408172" sldId="295"/>
        </pc:sldMkLst>
        <pc:spChg chg="mod">
          <ac:chgData name="Jacob Wyngaard" userId="6181fcd471e98458" providerId="LiveId" clId="{788BA123-62C9-4DDC-86E5-A6BCA4600216}" dt="2026-01-22T03:01:27.067" v="1126" actId="1076"/>
          <ac:spMkLst>
            <pc:docMk/>
            <pc:sldMk cId="278408172" sldId="295"/>
            <ac:spMk id="3" creationId="{D9C85D0D-05D3-B30A-FDB7-1B98197A07BF}"/>
          </ac:spMkLst>
        </pc:spChg>
        <pc:spChg chg="add mod">
          <ac:chgData name="Jacob Wyngaard" userId="6181fcd471e98458" providerId="LiveId" clId="{788BA123-62C9-4DDC-86E5-A6BCA4600216}" dt="2026-01-25T02:56:56.938" v="1631"/>
          <ac:spMkLst>
            <pc:docMk/>
            <pc:sldMk cId="278408172" sldId="295"/>
            <ac:spMk id="4" creationId="{6A0D933F-FF12-0EA7-FD75-351E6C9BB6A2}"/>
          </ac:spMkLst>
        </pc:spChg>
        <pc:spChg chg="add mod">
          <ac:chgData name="Jacob Wyngaard" userId="6181fcd471e98458" providerId="LiveId" clId="{788BA123-62C9-4DDC-86E5-A6BCA4600216}" dt="2026-01-25T03:58:05.446" v="2112" actId="1076"/>
          <ac:spMkLst>
            <pc:docMk/>
            <pc:sldMk cId="278408172" sldId="295"/>
            <ac:spMk id="7" creationId="{C53C8A8A-6556-8CB8-7A02-43B048F4B211}"/>
          </ac:spMkLst>
        </pc:spChg>
        <pc:spChg chg="add mod">
          <ac:chgData name="Jacob Wyngaard" userId="6181fcd471e98458" providerId="LiveId" clId="{788BA123-62C9-4DDC-86E5-A6BCA4600216}" dt="2026-01-22T03:02:09.304" v="1147" actId="1076"/>
          <ac:spMkLst>
            <pc:docMk/>
            <pc:sldMk cId="278408172" sldId="295"/>
            <ac:spMk id="10" creationId="{B89C476A-3CF5-3827-DE5E-B7780E0B30C5}"/>
          </ac:spMkLst>
        </pc:spChg>
        <pc:spChg chg="add mod">
          <ac:chgData name="Jacob Wyngaard" userId="6181fcd471e98458" providerId="LiveId" clId="{788BA123-62C9-4DDC-86E5-A6BCA4600216}" dt="2026-01-22T03:02:09.304" v="1147" actId="1076"/>
          <ac:spMkLst>
            <pc:docMk/>
            <pc:sldMk cId="278408172" sldId="295"/>
            <ac:spMk id="11" creationId="{C52D8572-D5C8-6A7C-A258-8BB2C8C4CFD3}"/>
          </ac:spMkLst>
        </pc:spChg>
        <pc:spChg chg="add mod">
          <ac:chgData name="Jacob Wyngaard" userId="6181fcd471e98458" providerId="LiveId" clId="{788BA123-62C9-4DDC-86E5-A6BCA4600216}" dt="2026-01-22T03:02:09.304" v="1147" actId="1076"/>
          <ac:spMkLst>
            <pc:docMk/>
            <pc:sldMk cId="278408172" sldId="295"/>
            <ac:spMk id="18" creationId="{9C5DB189-937D-7F31-F93F-011B15D1D0A0}"/>
          </ac:spMkLst>
        </pc:spChg>
        <pc:spChg chg="add mod">
          <ac:chgData name="Jacob Wyngaard" userId="6181fcd471e98458" providerId="LiveId" clId="{788BA123-62C9-4DDC-86E5-A6BCA4600216}" dt="2026-01-22T03:05:33.055" v="1195" actId="1076"/>
          <ac:spMkLst>
            <pc:docMk/>
            <pc:sldMk cId="278408172" sldId="295"/>
            <ac:spMk id="19" creationId="{E4FB3FA5-FA63-031C-FB29-D68CF6F779E3}"/>
          </ac:spMkLst>
        </pc:spChg>
        <pc:spChg chg="add mod">
          <ac:chgData name="Jacob Wyngaard" userId="6181fcd471e98458" providerId="LiveId" clId="{788BA123-62C9-4DDC-86E5-A6BCA4600216}" dt="2026-01-22T03:04:40.385" v="1182" actId="1035"/>
          <ac:spMkLst>
            <pc:docMk/>
            <pc:sldMk cId="278408172" sldId="295"/>
            <ac:spMk id="42" creationId="{C93693AB-8F60-9FF0-7254-9818F206BFFB}"/>
          </ac:spMkLst>
        </pc:spChg>
        <pc:spChg chg="add mod">
          <ac:chgData name="Jacob Wyngaard" userId="6181fcd471e98458" providerId="LiveId" clId="{788BA123-62C9-4DDC-86E5-A6BCA4600216}" dt="2026-01-22T03:07:03.048" v="1285" actId="14100"/>
          <ac:spMkLst>
            <pc:docMk/>
            <pc:sldMk cId="278408172" sldId="295"/>
            <ac:spMk id="44" creationId="{060BAE00-9192-9F20-5204-E32FF1CFEDFE}"/>
          </ac:spMkLst>
        </pc:spChg>
        <pc:spChg chg="add mod">
          <ac:chgData name="Jacob Wyngaard" userId="6181fcd471e98458" providerId="LiveId" clId="{788BA123-62C9-4DDC-86E5-A6BCA4600216}" dt="2026-01-22T03:06:30.944" v="1274" actId="1076"/>
          <ac:spMkLst>
            <pc:docMk/>
            <pc:sldMk cId="278408172" sldId="295"/>
            <ac:spMk id="45" creationId="{AE76ADC4-0205-8C84-DA5E-DACF618D1E31}"/>
          </ac:spMkLst>
        </pc:spChg>
        <pc:spChg chg="add mod">
          <ac:chgData name="Jacob Wyngaard" userId="6181fcd471e98458" providerId="LiveId" clId="{788BA123-62C9-4DDC-86E5-A6BCA4600216}" dt="2026-01-22T03:07:17.245" v="1296" actId="1035"/>
          <ac:spMkLst>
            <pc:docMk/>
            <pc:sldMk cId="278408172" sldId="295"/>
            <ac:spMk id="48" creationId="{9472D878-7053-A9D0-6D26-C083C60BE42B}"/>
          </ac:spMkLst>
        </pc:spChg>
        <pc:spChg chg="add mod">
          <ac:chgData name="Jacob Wyngaard" userId="6181fcd471e98458" providerId="LiveId" clId="{788BA123-62C9-4DDC-86E5-A6BCA4600216}" dt="2026-01-22T03:07:59.736" v="1311" actId="1076"/>
          <ac:spMkLst>
            <pc:docMk/>
            <pc:sldMk cId="278408172" sldId="295"/>
            <ac:spMk id="50" creationId="{561AE8DE-6C81-BF7E-DC63-6CD20272A4C9}"/>
          </ac:spMkLst>
        </pc:spChg>
        <pc:spChg chg="add mod">
          <ac:chgData name="Jacob Wyngaard" userId="6181fcd471e98458" providerId="LiveId" clId="{788BA123-62C9-4DDC-86E5-A6BCA4600216}" dt="2026-01-22T03:06:45.199" v="1277" actId="20577"/>
          <ac:spMkLst>
            <pc:docMk/>
            <pc:sldMk cId="278408172" sldId="295"/>
            <ac:spMk id="52" creationId="{E42CF9AA-7A26-E0E0-975D-EAB1BB3FD012}"/>
          </ac:spMkLst>
        </pc:spChg>
        <pc:spChg chg="add mod">
          <ac:chgData name="Jacob Wyngaard" userId="6181fcd471e98458" providerId="LiveId" clId="{788BA123-62C9-4DDC-86E5-A6BCA4600216}" dt="2026-01-22T03:09:18.535" v="1341" actId="1038"/>
          <ac:spMkLst>
            <pc:docMk/>
            <pc:sldMk cId="278408172" sldId="295"/>
            <ac:spMk id="56" creationId="{50589FE9-CF38-59FC-C482-79D1E2500136}"/>
          </ac:spMkLst>
        </pc:spChg>
        <pc:spChg chg="add mod">
          <ac:chgData name="Jacob Wyngaard" userId="6181fcd471e98458" providerId="LiveId" clId="{788BA123-62C9-4DDC-86E5-A6BCA4600216}" dt="2026-01-22T03:09:38.865" v="1348" actId="1076"/>
          <ac:spMkLst>
            <pc:docMk/>
            <pc:sldMk cId="278408172" sldId="295"/>
            <ac:spMk id="57" creationId="{CEB02B34-C9E8-9DF9-A6E5-9D6778A1A605}"/>
          </ac:spMkLst>
        </pc:spChg>
        <pc:spChg chg="add mod">
          <ac:chgData name="Jacob Wyngaard" userId="6181fcd471e98458" providerId="LiveId" clId="{788BA123-62C9-4DDC-86E5-A6BCA4600216}" dt="2026-01-22T03:08:55.776" v="1331" actId="20577"/>
          <ac:spMkLst>
            <pc:docMk/>
            <pc:sldMk cId="278408172" sldId="295"/>
            <ac:spMk id="59" creationId="{758900B0-E5D5-CB4D-6660-80F65B28C247}"/>
          </ac:spMkLst>
        </pc:spChg>
        <pc:spChg chg="add mod">
          <ac:chgData name="Jacob Wyngaard" userId="6181fcd471e98458" providerId="LiveId" clId="{788BA123-62C9-4DDC-86E5-A6BCA4600216}" dt="2026-01-22T03:09:28.054" v="1344" actId="20577"/>
          <ac:spMkLst>
            <pc:docMk/>
            <pc:sldMk cId="278408172" sldId="295"/>
            <ac:spMk id="61" creationId="{462F771C-2B26-FABB-4BA9-480D9DA4CA69}"/>
          </ac:spMkLst>
        </pc:spChg>
        <pc:spChg chg="add mod">
          <ac:chgData name="Jacob Wyngaard" userId="6181fcd471e98458" providerId="LiveId" clId="{788BA123-62C9-4DDC-86E5-A6BCA4600216}" dt="2026-01-22T03:09:53.496" v="1351" actId="1076"/>
          <ac:spMkLst>
            <pc:docMk/>
            <pc:sldMk cId="278408172" sldId="295"/>
            <ac:spMk id="62" creationId="{FBDB513D-7589-24DF-B392-510089719819}"/>
          </ac:spMkLst>
        </pc:spChg>
        <pc:picChg chg="mod">
          <ac:chgData name="Jacob Wyngaard" userId="6181fcd471e98458" providerId="LiveId" clId="{788BA123-62C9-4DDC-86E5-A6BCA4600216}" dt="2026-01-22T03:01:34.568" v="1143" actId="1076"/>
          <ac:picMkLst>
            <pc:docMk/>
            <pc:sldMk cId="278408172" sldId="295"/>
            <ac:picMk id="43" creationId="{D5E1D1AA-B7AF-AAFE-526F-C78C51AB1C2E}"/>
          </ac:picMkLst>
        </pc:picChg>
        <pc:cxnChg chg="add mod">
          <ac:chgData name="Jacob Wyngaard" userId="6181fcd471e98458" providerId="LiveId" clId="{788BA123-62C9-4DDC-86E5-A6BCA4600216}" dt="2026-01-22T03:02:09.304" v="1147" actId="1076"/>
          <ac:cxnSpMkLst>
            <pc:docMk/>
            <pc:sldMk cId="278408172" sldId="295"/>
            <ac:cxnSpMk id="2" creationId="{A342CCAC-24CE-8DBB-2BE9-D0EB4B90631F}"/>
          </ac:cxnSpMkLst>
        </pc:cxnChg>
        <pc:cxnChg chg="add mod">
          <ac:chgData name="Jacob Wyngaard" userId="6181fcd471e98458" providerId="LiveId" clId="{788BA123-62C9-4DDC-86E5-A6BCA4600216}" dt="2026-01-25T02:57:06.632" v="1633"/>
          <ac:cxnSpMkLst>
            <pc:docMk/>
            <pc:sldMk cId="278408172" sldId="295"/>
            <ac:cxnSpMk id="5" creationId="{8D665BD7-ABF0-7204-A1B8-057A202AF094}"/>
          </ac:cxnSpMkLst>
        </pc:cxnChg>
        <pc:cxnChg chg="add mod">
          <ac:chgData name="Jacob Wyngaard" userId="6181fcd471e98458" providerId="LiveId" clId="{788BA123-62C9-4DDC-86E5-A6BCA4600216}" dt="2026-01-25T02:57:10.294" v="1635" actId="571"/>
          <ac:cxnSpMkLst>
            <pc:docMk/>
            <pc:sldMk cId="278408172" sldId="295"/>
            <ac:cxnSpMk id="7" creationId="{D7DD6D95-DB74-CCC1-3F61-26E3348FC786}"/>
          </ac:cxnSpMkLst>
        </pc:cxnChg>
        <pc:cxnChg chg="add mod">
          <ac:chgData name="Jacob Wyngaard" userId="6181fcd471e98458" providerId="LiveId" clId="{788BA123-62C9-4DDC-86E5-A6BCA4600216}" dt="2026-01-22T03:02:09.304" v="1147" actId="1076"/>
          <ac:cxnSpMkLst>
            <pc:docMk/>
            <pc:sldMk cId="278408172" sldId="295"/>
            <ac:cxnSpMk id="9" creationId="{0CDFC5BD-7707-D157-F55E-D8F861F9202A}"/>
          </ac:cxnSpMkLst>
        </pc:cxnChg>
        <pc:cxnChg chg="add mod">
          <ac:chgData name="Jacob Wyngaard" userId="6181fcd471e98458" providerId="LiveId" clId="{788BA123-62C9-4DDC-86E5-A6BCA4600216}" dt="2026-01-25T03:58:05.446" v="2112" actId="1076"/>
          <ac:cxnSpMkLst>
            <pc:docMk/>
            <pc:sldMk cId="278408172" sldId="295"/>
            <ac:cxnSpMk id="13" creationId="{5C377889-6E86-E775-3736-7FFE9D7B5E0C}"/>
          </ac:cxnSpMkLst>
        </pc:cxnChg>
        <pc:cxnChg chg="add mod">
          <ac:chgData name="Jacob Wyngaard" userId="6181fcd471e98458" providerId="LiveId" clId="{788BA123-62C9-4DDC-86E5-A6BCA4600216}" dt="2026-01-22T03:02:09.304" v="1147" actId="1076"/>
          <ac:cxnSpMkLst>
            <pc:docMk/>
            <pc:sldMk cId="278408172" sldId="295"/>
            <ac:cxnSpMk id="15" creationId="{80194EAB-63B5-202F-15EE-1739AE4DE11E}"/>
          </ac:cxnSpMkLst>
        </pc:cxnChg>
        <pc:cxnChg chg="add mod">
          <ac:chgData name="Jacob Wyngaard" userId="6181fcd471e98458" providerId="LiveId" clId="{788BA123-62C9-4DDC-86E5-A6BCA4600216}" dt="2026-01-22T03:07:24.338" v="1301" actId="1036"/>
          <ac:cxnSpMkLst>
            <pc:docMk/>
            <pc:sldMk cId="278408172" sldId="295"/>
            <ac:cxnSpMk id="17" creationId="{7A6B4D73-B8BA-CBF4-D661-E1F775402DF4}"/>
          </ac:cxnSpMkLst>
        </pc:cxnChg>
        <pc:cxnChg chg="add mod ord">
          <ac:chgData name="Jacob Wyngaard" userId="6181fcd471e98458" providerId="LiveId" clId="{788BA123-62C9-4DDC-86E5-A6BCA4600216}" dt="2026-01-22T03:07:11.412" v="1286" actId="166"/>
          <ac:cxnSpMkLst>
            <pc:docMk/>
            <pc:sldMk cId="278408172" sldId="295"/>
            <ac:cxnSpMk id="22" creationId="{5DA73874-F4FB-F053-8E26-6F28D4291E61}"/>
          </ac:cxnSpMkLst>
        </pc:cxnChg>
        <pc:cxnChg chg="add mod">
          <ac:chgData name="Jacob Wyngaard" userId="6181fcd471e98458" providerId="LiveId" clId="{788BA123-62C9-4DDC-86E5-A6BCA4600216}" dt="2026-01-22T03:06:59.720" v="1282" actId="14100"/>
          <ac:cxnSpMkLst>
            <pc:docMk/>
            <pc:sldMk cId="278408172" sldId="295"/>
            <ac:cxnSpMk id="26" creationId="{51D8D82B-9777-B298-162C-D6102118DBC2}"/>
          </ac:cxnSpMkLst>
        </pc:cxnChg>
        <pc:cxnChg chg="add mod">
          <ac:chgData name="Jacob Wyngaard" userId="6181fcd471e98458" providerId="LiveId" clId="{788BA123-62C9-4DDC-86E5-A6BCA4600216}" dt="2026-01-22T03:03:41.264" v="1168" actId="208"/>
          <ac:cxnSpMkLst>
            <pc:docMk/>
            <pc:sldMk cId="278408172" sldId="295"/>
            <ac:cxnSpMk id="29" creationId="{804A3176-C3B5-1811-2FE1-540AFBDCD024}"/>
          </ac:cxnSpMkLst>
        </pc:cxnChg>
        <pc:cxnChg chg="add mod">
          <ac:chgData name="Jacob Wyngaard" userId="6181fcd471e98458" providerId="LiveId" clId="{788BA123-62C9-4DDC-86E5-A6BCA4600216}" dt="2026-01-22T03:06:51.840" v="1280" actId="14100"/>
          <ac:cxnSpMkLst>
            <pc:docMk/>
            <pc:sldMk cId="278408172" sldId="295"/>
            <ac:cxnSpMk id="35" creationId="{96D9EBDF-3A60-35BE-3EDA-AF7C18C37964}"/>
          </ac:cxnSpMkLst>
        </pc:cxnChg>
        <pc:cxnChg chg="add mod">
          <ac:chgData name="Jacob Wyngaard" userId="6181fcd471e98458" providerId="LiveId" clId="{788BA123-62C9-4DDC-86E5-A6BCA4600216}" dt="2026-01-22T03:06:02.289" v="1266" actId="1037"/>
          <ac:cxnSpMkLst>
            <pc:docMk/>
            <pc:sldMk cId="278408172" sldId="295"/>
            <ac:cxnSpMk id="46" creationId="{D1A5FCDC-6FE5-D32B-2070-65F684E51C9D}"/>
          </ac:cxnSpMkLst>
        </pc:cxnChg>
        <pc:cxnChg chg="add mod">
          <ac:chgData name="Jacob Wyngaard" userId="6181fcd471e98458" providerId="LiveId" clId="{788BA123-62C9-4DDC-86E5-A6BCA4600216}" dt="2026-01-22T03:07:35.426" v="1307" actId="1036"/>
          <ac:cxnSpMkLst>
            <pc:docMk/>
            <pc:sldMk cId="278408172" sldId="295"/>
            <ac:cxnSpMk id="49" creationId="{2E2443C4-BF0A-0A1E-D1AA-2A3358AE3C3B}"/>
          </ac:cxnSpMkLst>
        </pc:cxnChg>
        <pc:cxnChg chg="add mod">
          <ac:chgData name="Jacob Wyngaard" userId="6181fcd471e98458" providerId="LiveId" clId="{788BA123-62C9-4DDC-86E5-A6BCA4600216}" dt="2026-01-22T03:09:02.248" v="1333" actId="1038"/>
          <ac:cxnSpMkLst>
            <pc:docMk/>
            <pc:sldMk cId="278408172" sldId="295"/>
            <ac:cxnSpMk id="51" creationId="{85824F79-8C32-A8FD-A1B4-18908043983E}"/>
          </ac:cxnSpMkLst>
        </pc:cxnChg>
        <pc:cxnChg chg="add mod">
          <ac:chgData name="Jacob Wyngaard" userId="6181fcd471e98458" providerId="LiveId" clId="{788BA123-62C9-4DDC-86E5-A6BCA4600216}" dt="2026-01-22T03:07:54.728" v="1310" actId="1076"/>
          <ac:cxnSpMkLst>
            <pc:docMk/>
            <pc:sldMk cId="278408172" sldId="295"/>
            <ac:cxnSpMk id="55" creationId="{67E64383-77BD-0558-D284-1EBB026361D9}"/>
          </ac:cxnSpMkLst>
        </pc:cxnChg>
        <pc:cxnChg chg="add mod">
          <ac:chgData name="Jacob Wyngaard" userId="6181fcd471e98458" providerId="LiveId" clId="{788BA123-62C9-4DDC-86E5-A6BCA4600216}" dt="2026-01-22T03:08:53.773" v="1330" actId="1037"/>
          <ac:cxnSpMkLst>
            <pc:docMk/>
            <pc:sldMk cId="278408172" sldId="295"/>
            <ac:cxnSpMk id="58" creationId="{608571E7-E9E8-BAF5-4AC0-9109BFE292FC}"/>
          </ac:cxnSpMkLst>
        </pc:cxnChg>
        <pc:cxnChg chg="add mod">
          <ac:chgData name="Jacob Wyngaard" userId="6181fcd471e98458" providerId="LiveId" clId="{788BA123-62C9-4DDC-86E5-A6BCA4600216}" dt="2026-01-22T03:09:26.417" v="1343" actId="1076"/>
          <ac:cxnSpMkLst>
            <pc:docMk/>
            <pc:sldMk cId="278408172" sldId="295"/>
            <ac:cxnSpMk id="60" creationId="{E7EF985E-4FA7-DF8D-E740-5067A66AF301}"/>
          </ac:cxnSpMkLst>
        </pc:cxnChg>
      </pc:sldChg>
      <pc:sldChg chg="addSp delSp modSp add mod">
        <pc:chgData name="Jacob Wyngaard" userId="6181fcd471e98458" providerId="LiveId" clId="{788BA123-62C9-4DDC-86E5-A6BCA4600216}" dt="2026-01-25T02:55:07.511" v="1611" actId="1076"/>
        <pc:sldMkLst>
          <pc:docMk/>
          <pc:sldMk cId="3374328493" sldId="296"/>
        </pc:sldMkLst>
        <pc:spChg chg="mod">
          <ac:chgData name="Jacob Wyngaard" userId="6181fcd471e98458" providerId="LiveId" clId="{788BA123-62C9-4DDC-86E5-A6BCA4600216}" dt="2026-01-25T02:51:06.846" v="1484" actId="1076"/>
          <ac:spMkLst>
            <pc:docMk/>
            <pc:sldMk cId="3374328493" sldId="296"/>
            <ac:spMk id="4" creationId="{E78A34C8-EF73-1567-D645-9A70537042F6}"/>
          </ac:spMkLst>
        </pc:spChg>
        <pc:spChg chg="del">
          <ac:chgData name="Jacob Wyngaard" userId="6181fcd471e98458" providerId="LiveId" clId="{788BA123-62C9-4DDC-86E5-A6BCA4600216}" dt="2026-01-25T02:50:59.498" v="1482" actId="478"/>
          <ac:spMkLst>
            <pc:docMk/>
            <pc:sldMk cId="3374328493" sldId="296"/>
            <ac:spMk id="7" creationId="{1D89D2F0-D60F-8740-1429-0224FF1DC27C}"/>
          </ac:spMkLst>
        </pc:spChg>
        <pc:spChg chg="mod">
          <ac:chgData name="Jacob Wyngaard" userId="6181fcd471e98458" providerId="LiveId" clId="{788BA123-62C9-4DDC-86E5-A6BCA4600216}" dt="2026-01-25T02:55:03.034" v="1610" actId="1036"/>
          <ac:spMkLst>
            <pc:docMk/>
            <pc:sldMk cId="3374328493" sldId="296"/>
            <ac:spMk id="10" creationId="{EDB42B6A-8195-C488-3053-96769B16F01E}"/>
          </ac:spMkLst>
        </pc:spChg>
        <pc:spChg chg="mod">
          <ac:chgData name="Jacob Wyngaard" userId="6181fcd471e98458" providerId="LiveId" clId="{788BA123-62C9-4DDC-86E5-A6BCA4600216}" dt="2026-01-25T02:55:03.034" v="1610" actId="1036"/>
          <ac:spMkLst>
            <pc:docMk/>
            <pc:sldMk cId="3374328493" sldId="296"/>
            <ac:spMk id="11" creationId="{EF6955A8-AFF3-33C4-7311-58F13E9358FE}"/>
          </ac:spMkLst>
        </pc:spChg>
        <pc:spChg chg="add mod">
          <ac:chgData name="Jacob Wyngaard" userId="6181fcd471e98458" providerId="LiveId" clId="{788BA123-62C9-4DDC-86E5-A6BCA4600216}" dt="2026-01-25T02:55:07.511" v="1611" actId="1076"/>
          <ac:spMkLst>
            <pc:docMk/>
            <pc:sldMk cId="3374328493" sldId="296"/>
            <ac:spMk id="15" creationId="{237DB2A2-F6D3-8C55-9DA9-1638D059562E}"/>
          </ac:spMkLst>
        </pc:spChg>
      </pc:sldChg>
      <pc:sldChg chg="addSp delSp modSp add mod">
        <pc:chgData name="Jacob Wyngaard" userId="6181fcd471e98458" providerId="LiveId" clId="{788BA123-62C9-4DDC-86E5-A6BCA4600216}" dt="2026-01-25T03:09:08.614" v="2041" actId="20577"/>
        <pc:sldMkLst>
          <pc:docMk/>
          <pc:sldMk cId="473844389" sldId="297"/>
        </pc:sldMkLst>
        <pc:spChg chg="del">
          <ac:chgData name="Jacob Wyngaard" userId="6181fcd471e98458" providerId="LiveId" clId="{788BA123-62C9-4DDC-86E5-A6BCA4600216}" dt="2026-01-25T03:00:54.108" v="1691" actId="478"/>
          <ac:spMkLst>
            <pc:docMk/>
            <pc:sldMk cId="473844389" sldId="297"/>
            <ac:spMk id="2" creationId="{E1946EBB-6223-C9D0-A55F-AB769CB27D46}"/>
          </ac:spMkLst>
        </pc:spChg>
        <pc:spChg chg="del">
          <ac:chgData name="Jacob Wyngaard" userId="6181fcd471e98458" providerId="LiveId" clId="{788BA123-62C9-4DDC-86E5-A6BCA4600216}" dt="2026-01-25T03:00:54.108" v="1691" actId="478"/>
          <ac:spMkLst>
            <pc:docMk/>
            <pc:sldMk cId="473844389" sldId="297"/>
            <ac:spMk id="3" creationId="{8288CEE6-B978-C79E-12CF-10283C2A1E95}"/>
          </ac:spMkLst>
        </pc:spChg>
        <pc:spChg chg="del">
          <ac:chgData name="Jacob Wyngaard" userId="6181fcd471e98458" providerId="LiveId" clId="{788BA123-62C9-4DDC-86E5-A6BCA4600216}" dt="2026-01-25T03:00:54.108" v="1691" actId="478"/>
          <ac:spMkLst>
            <pc:docMk/>
            <pc:sldMk cId="473844389" sldId="297"/>
            <ac:spMk id="5" creationId="{A119769E-587D-06F2-1515-3A8FDB452C75}"/>
          </ac:spMkLst>
        </pc:spChg>
        <pc:spChg chg="del">
          <ac:chgData name="Jacob Wyngaard" userId="6181fcd471e98458" providerId="LiveId" clId="{788BA123-62C9-4DDC-86E5-A6BCA4600216}" dt="2026-01-25T03:00:54.108" v="1691" actId="478"/>
          <ac:spMkLst>
            <pc:docMk/>
            <pc:sldMk cId="473844389" sldId="297"/>
            <ac:spMk id="9" creationId="{15C52728-FDEA-7C4B-8C8F-8F68AFBCE900}"/>
          </ac:spMkLst>
        </pc:spChg>
        <pc:spChg chg="del">
          <ac:chgData name="Jacob Wyngaard" userId="6181fcd471e98458" providerId="LiveId" clId="{788BA123-62C9-4DDC-86E5-A6BCA4600216}" dt="2026-01-25T03:00:54.108" v="1691" actId="478"/>
          <ac:spMkLst>
            <pc:docMk/>
            <pc:sldMk cId="473844389" sldId="297"/>
            <ac:spMk id="22" creationId="{8D390D2B-F3F3-1AAE-9B3C-1038C3924E11}"/>
          </ac:spMkLst>
        </pc:spChg>
        <pc:spChg chg="del">
          <ac:chgData name="Jacob Wyngaard" userId="6181fcd471e98458" providerId="LiveId" clId="{788BA123-62C9-4DDC-86E5-A6BCA4600216}" dt="2026-01-25T03:00:54.108" v="1691" actId="478"/>
          <ac:spMkLst>
            <pc:docMk/>
            <pc:sldMk cId="473844389" sldId="297"/>
            <ac:spMk id="24" creationId="{FEE4481C-255F-DD4A-1AF6-E6427D0A5A55}"/>
          </ac:spMkLst>
        </pc:spChg>
        <pc:spChg chg="del">
          <ac:chgData name="Jacob Wyngaard" userId="6181fcd471e98458" providerId="LiveId" clId="{788BA123-62C9-4DDC-86E5-A6BCA4600216}" dt="2026-01-25T03:00:54.108" v="1691" actId="478"/>
          <ac:spMkLst>
            <pc:docMk/>
            <pc:sldMk cId="473844389" sldId="297"/>
            <ac:spMk id="27" creationId="{87E0B4E2-417B-9BB8-D756-113118A277FA}"/>
          </ac:spMkLst>
        </pc:spChg>
        <pc:spChg chg="del">
          <ac:chgData name="Jacob Wyngaard" userId="6181fcd471e98458" providerId="LiveId" clId="{788BA123-62C9-4DDC-86E5-A6BCA4600216}" dt="2026-01-25T03:00:54.108" v="1691" actId="478"/>
          <ac:spMkLst>
            <pc:docMk/>
            <pc:sldMk cId="473844389" sldId="297"/>
            <ac:spMk id="28" creationId="{32582033-BA73-C20B-9574-66E81D493633}"/>
          </ac:spMkLst>
        </pc:spChg>
        <pc:spChg chg="add mod">
          <ac:chgData name="Jacob Wyngaard" userId="6181fcd471e98458" providerId="LiveId" clId="{788BA123-62C9-4DDC-86E5-A6BCA4600216}" dt="2026-01-25T03:01:14.188" v="1694" actId="1076"/>
          <ac:spMkLst>
            <pc:docMk/>
            <pc:sldMk cId="473844389" sldId="297"/>
            <ac:spMk id="33" creationId="{3FC013B9-1BDB-8A1A-7FC9-BFB6C875BE6A}"/>
          </ac:spMkLst>
        </pc:spChg>
        <pc:spChg chg="add mod">
          <ac:chgData name="Jacob Wyngaard" userId="6181fcd471e98458" providerId="LiveId" clId="{788BA123-62C9-4DDC-86E5-A6BCA4600216}" dt="2026-01-25T03:01:14.188" v="1694" actId="1076"/>
          <ac:spMkLst>
            <pc:docMk/>
            <pc:sldMk cId="473844389" sldId="297"/>
            <ac:spMk id="34" creationId="{77D30362-9E3E-F945-5DC3-0809F55F8A06}"/>
          </ac:spMkLst>
        </pc:spChg>
        <pc:spChg chg="del">
          <ac:chgData name="Jacob Wyngaard" userId="6181fcd471e98458" providerId="LiveId" clId="{788BA123-62C9-4DDC-86E5-A6BCA4600216}" dt="2026-01-25T03:00:54.108" v="1691" actId="478"/>
          <ac:spMkLst>
            <pc:docMk/>
            <pc:sldMk cId="473844389" sldId="297"/>
            <ac:spMk id="36" creationId="{2D737CEE-E66A-A2AA-9359-E401702B5027}"/>
          </ac:spMkLst>
        </pc:spChg>
        <pc:spChg chg="add mod">
          <ac:chgData name="Jacob Wyngaard" userId="6181fcd471e98458" providerId="LiveId" clId="{788BA123-62C9-4DDC-86E5-A6BCA4600216}" dt="2026-01-25T03:01:14.188" v="1694" actId="1076"/>
          <ac:spMkLst>
            <pc:docMk/>
            <pc:sldMk cId="473844389" sldId="297"/>
            <ac:spMk id="37" creationId="{9B5380AD-9D1C-4AB8-7645-9CF985665BFE}"/>
          </ac:spMkLst>
        </pc:spChg>
        <pc:spChg chg="del">
          <ac:chgData name="Jacob Wyngaard" userId="6181fcd471e98458" providerId="LiveId" clId="{788BA123-62C9-4DDC-86E5-A6BCA4600216}" dt="2026-01-25T03:00:54.108" v="1691" actId="478"/>
          <ac:spMkLst>
            <pc:docMk/>
            <pc:sldMk cId="473844389" sldId="297"/>
            <ac:spMk id="38" creationId="{B6EF0ED8-F355-B038-0B97-2F25A2104264}"/>
          </ac:spMkLst>
        </pc:spChg>
        <pc:spChg chg="add mod">
          <ac:chgData name="Jacob Wyngaard" userId="6181fcd471e98458" providerId="LiveId" clId="{788BA123-62C9-4DDC-86E5-A6BCA4600216}" dt="2026-01-25T03:04:45.969" v="1906" actId="1037"/>
          <ac:spMkLst>
            <pc:docMk/>
            <pc:sldMk cId="473844389" sldId="297"/>
            <ac:spMk id="40" creationId="{19E66B80-5B8B-62FC-F34A-402222B1740A}"/>
          </ac:spMkLst>
        </pc:spChg>
        <pc:spChg chg="add mod">
          <ac:chgData name="Jacob Wyngaard" userId="6181fcd471e98458" providerId="LiveId" clId="{788BA123-62C9-4DDC-86E5-A6BCA4600216}" dt="2026-01-25T03:04:45.969" v="1906" actId="1037"/>
          <ac:spMkLst>
            <pc:docMk/>
            <pc:sldMk cId="473844389" sldId="297"/>
            <ac:spMk id="41" creationId="{8D2FB526-E8F0-70D5-04B4-B1274AD722C5}"/>
          </ac:spMkLst>
        </pc:spChg>
        <pc:spChg chg="add mod">
          <ac:chgData name="Jacob Wyngaard" userId="6181fcd471e98458" providerId="LiveId" clId="{788BA123-62C9-4DDC-86E5-A6BCA4600216}" dt="2026-01-25T03:09:08.614" v="2041" actId="20577"/>
          <ac:spMkLst>
            <pc:docMk/>
            <pc:sldMk cId="473844389" sldId="297"/>
            <ac:spMk id="42" creationId="{0545D211-4754-CAF0-3544-5E6C9A528CEE}"/>
          </ac:spMkLst>
        </pc:spChg>
        <pc:spChg chg="add mod">
          <ac:chgData name="Jacob Wyngaard" userId="6181fcd471e98458" providerId="LiveId" clId="{788BA123-62C9-4DDC-86E5-A6BCA4600216}" dt="2026-01-25T03:04:45.969" v="1906" actId="1037"/>
          <ac:spMkLst>
            <pc:docMk/>
            <pc:sldMk cId="473844389" sldId="297"/>
            <ac:spMk id="45" creationId="{44FCD0CE-D82A-B39D-D3D5-5CB218D8636F}"/>
          </ac:spMkLst>
        </pc:spChg>
        <pc:spChg chg="add mod">
          <ac:chgData name="Jacob Wyngaard" userId="6181fcd471e98458" providerId="LiveId" clId="{788BA123-62C9-4DDC-86E5-A6BCA4600216}" dt="2026-01-25T03:04:45.969" v="1906" actId="1037"/>
          <ac:spMkLst>
            <pc:docMk/>
            <pc:sldMk cId="473844389" sldId="297"/>
            <ac:spMk id="46" creationId="{284C2E02-38ED-7A40-1079-6D563FB436A8}"/>
          </ac:spMkLst>
        </pc:spChg>
        <pc:spChg chg="add mod">
          <ac:chgData name="Jacob Wyngaard" userId="6181fcd471e98458" providerId="LiveId" clId="{788BA123-62C9-4DDC-86E5-A6BCA4600216}" dt="2026-01-25T03:05:12.396" v="1925" actId="1076"/>
          <ac:spMkLst>
            <pc:docMk/>
            <pc:sldMk cId="473844389" sldId="297"/>
            <ac:spMk id="50" creationId="{9C019B3B-649A-D044-9750-2594994EF1B5}"/>
          </ac:spMkLst>
        </pc:spChg>
        <pc:spChg chg="add mod">
          <ac:chgData name="Jacob Wyngaard" userId="6181fcd471e98458" providerId="LiveId" clId="{788BA123-62C9-4DDC-86E5-A6BCA4600216}" dt="2026-01-25T03:08:47.095" v="2017" actId="1038"/>
          <ac:spMkLst>
            <pc:docMk/>
            <pc:sldMk cId="473844389" sldId="297"/>
            <ac:spMk id="51" creationId="{67C7111B-2C71-A411-FEE0-BBF13A8039C2}"/>
          </ac:spMkLst>
        </pc:spChg>
        <pc:spChg chg="add mod">
          <ac:chgData name="Jacob Wyngaard" userId="6181fcd471e98458" providerId="LiveId" clId="{788BA123-62C9-4DDC-86E5-A6BCA4600216}" dt="2026-01-25T03:05:27.248" v="1932" actId="1076"/>
          <ac:spMkLst>
            <pc:docMk/>
            <pc:sldMk cId="473844389" sldId="297"/>
            <ac:spMk id="52" creationId="{55E2148E-54E6-9D6B-1D60-E4ABB1110EE2}"/>
          </ac:spMkLst>
        </pc:spChg>
        <pc:spChg chg="add mod">
          <ac:chgData name="Jacob Wyngaard" userId="6181fcd471e98458" providerId="LiveId" clId="{788BA123-62C9-4DDC-86E5-A6BCA4600216}" dt="2026-01-25T03:05:38.060" v="1937" actId="1076"/>
          <ac:spMkLst>
            <pc:docMk/>
            <pc:sldMk cId="473844389" sldId="297"/>
            <ac:spMk id="53" creationId="{5623D608-6178-34BE-9DB1-2D5A43DA9FC2}"/>
          </ac:spMkLst>
        </pc:spChg>
        <pc:spChg chg="add mod">
          <ac:chgData name="Jacob Wyngaard" userId="6181fcd471e98458" providerId="LiveId" clId="{788BA123-62C9-4DDC-86E5-A6BCA4600216}" dt="2026-01-25T03:06:31.669" v="1972" actId="1076"/>
          <ac:spMkLst>
            <pc:docMk/>
            <pc:sldMk cId="473844389" sldId="297"/>
            <ac:spMk id="55" creationId="{DFC9C0D2-B842-E88E-55DF-4817A6E15DC1}"/>
          </ac:spMkLst>
        </pc:spChg>
        <pc:spChg chg="add mod">
          <ac:chgData name="Jacob Wyngaard" userId="6181fcd471e98458" providerId="LiveId" clId="{788BA123-62C9-4DDC-86E5-A6BCA4600216}" dt="2026-01-25T03:08:20.245" v="1996" actId="1076"/>
          <ac:spMkLst>
            <pc:docMk/>
            <pc:sldMk cId="473844389" sldId="297"/>
            <ac:spMk id="59" creationId="{5664B0AE-9629-33D6-683B-0CC76E25FAB1}"/>
          </ac:spMkLst>
        </pc:spChg>
        <pc:spChg chg="add mod">
          <ac:chgData name="Jacob Wyngaard" userId="6181fcd471e98458" providerId="LiveId" clId="{788BA123-62C9-4DDC-86E5-A6BCA4600216}" dt="2026-01-25T03:08:37.208" v="2009" actId="1038"/>
          <ac:spMkLst>
            <pc:docMk/>
            <pc:sldMk cId="473844389" sldId="297"/>
            <ac:spMk id="60" creationId="{C6C50378-FB81-9AD3-9287-8C72D95F7440}"/>
          </ac:spMkLst>
        </pc:spChg>
        <pc:picChg chg="add mod">
          <ac:chgData name="Jacob Wyngaard" userId="6181fcd471e98458" providerId="LiveId" clId="{788BA123-62C9-4DDC-86E5-A6BCA4600216}" dt="2026-01-25T03:01:14.188" v="1694" actId="1076"/>
          <ac:picMkLst>
            <pc:docMk/>
            <pc:sldMk cId="473844389" sldId="297"/>
            <ac:picMk id="31" creationId="{54454668-0C4D-A15C-E61E-B624B703CFFB}"/>
          </ac:picMkLst>
        </pc:picChg>
        <pc:cxnChg chg="add mod">
          <ac:chgData name="Jacob Wyngaard" userId="6181fcd471e98458" providerId="LiveId" clId="{788BA123-62C9-4DDC-86E5-A6BCA4600216}" dt="2026-01-25T03:04:45.969" v="1906" actId="1037"/>
          <ac:cxnSpMkLst>
            <pc:docMk/>
            <pc:sldMk cId="473844389" sldId="297"/>
            <ac:cxnSpMk id="43" creationId="{440E108E-B5F5-7D3B-8DE5-D56741F425A5}"/>
          </ac:cxnSpMkLst>
        </pc:cxnChg>
        <pc:cxnChg chg="add mod">
          <ac:chgData name="Jacob Wyngaard" userId="6181fcd471e98458" providerId="LiveId" clId="{788BA123-62C9-4DDC-86E5-A6BCA4600216}" dt="2026-01-25T03:04:45.969" v="1906" actId="1037"/>
          <ac:cxnSpMkLst>
            <pc:docMk/>
            <pc:sldMk cId="473844389" sldId="297"/>
            <ac:cxnSpMk id="44" creationId="{F6779912-8692-1A28-5344-CB4FC4D10469}"/>
          </ac:cxnSpMkLst>
        </pc:cxnChg>
        <pc:cxnChg chg="add mod">
          <ac:chgData name="Jacob Wyngaard" userId="6181fcd471e98458" providerId="LiveId" clId="{788BA123-62C9-4DDC-86E5-A6BCA4600216}" dt="2026-01-25T03:07:24.809" v="1976" actId="208"/>
          <ac:cxnSpMkLst>
            <pc:docMk/>
            <pc:sldMk cId="473844389" sldId="297"/>
            <ac:cxnSpMk id="56" creationId="{FB86B3E1-7084-D1E8-D387-8644D85EA9EA}"/>
          </ac:cxnSpMkLst>
        </pc:cxnChg>
      </pc:sldChg>
      <pc:sldChg chg="addSp delSp modSp add mod">
        <pc:chgData name="Jacob Wyngaard" userId="6181fcd471e98458" providerId="LiveId" clId="{788BA123-62C9-4DDC-86E5-A6BCA4600216}" dt="2026-01-25T03:12:52.684" v="2110" actId="1076"/>
        <pc:sldMkLst>
          <pc:docMk/>
          <pc:sldMk cId="3253152439" sldId="298"/>
        </pc:sldMkLst>
        <pc:spChg chg="add mod">
          <ac:chgData name="Jacob Wyngaard" userId="6181fcd471e98458" providerId="LiveId" clId="{788BA123-62C9-4DDC-86E5-A6BCA4600216}" dt="2026-01-25T03:12:38.618" v="2106" actId="20577"/>
          <ac:spMkLst>
            <pc:docMk/>
            <pc:sldMk cId="3253152439" sldId="298"/>
            <ac:spMk id="2" creationId="{32806718-E4D4-EA9C-1246-7F97EBCD9B5B}"/>
          </ac:spMkLst>
        </pc:spChg>
        <pc:spChg chg="add mod">
          <ac:chgData name="Jacob Wyngaard" userId="6181fcd471e98458" providerId="LiveId" clId="{788BA123-62C9-4DDC-86E5-A6BCA4600216}" dt="2026-01-25T03:10:53.436" v="2070" actId="1076"/>
          <ac:spMkLst>
            <pc:docMk/>
            <pc:sldMk cId="3253152439" sldId="298"/>
            <ac:spMk id="3" creationId="{EB284A7F-4916-228E-438F-3652A99A8F4B}"/>
          </ac:spMkLst>
        </pc:spChg>
        <pc:spChg chg="add mod">
          <ac:chgData name="Jacob Wyngaard" userId="6181fcd471e98458" providerId="LiveId" clId="{788BA123-62C9-4DDC-86E5-A6BCA4600216}" dt="2026-01-25T03:12:52.684" v="2110" actId="1076"/>
          <ac:spMkLst>
            <pc:docMk/>
            <pc:sldMk cId="3253152439" sldId="298"/>
            <ac:spMk id="4" creationId="{EC830737-D2AF-99C3-C2DB-966BD0A69057}"/>
          </ac:spMkLst>
        </pc:spChg>
        <pc:spChg chg="add del mod">
          <ac:chgData name="Jacob Wyngaard" userId="6181fcd471e98458" providerId="LiveId" clId="{788BA123-62C9-4DDC-86E5-A6BCA4600216}" dt="2026-01-25T03:10:36.901" v="2062" actId="478"/>
          <ac:spMkLst>
            <pc:docMk/>
            <pc:sldMk cId="3253152439" sldId="298"/>
            <ac:spMk id="5" creationId="{7D9D2F99-628E-A114-340E-61DCDCFB9176}"/>
          </ac:spMkLst>
        </pc:spChg>
        <pc:spChg chg="add mod">
          <ac:chgData name="Jacob Wyngaard" userId="6181fcd471e98458" providerId="LiveId" clId="{788BA123-62C9-4DDC-86E5-A6BCA4600216}" dt="2026-01-25T03:11:04.124" v="2073" actId="1076"/>
          <ac:spMkLst>
            <pc:docMk/>
            <pc:sldMk cId="3253152439" sldId="298"/>
            <ac:spMk id="7" creationId="{A9E9D35C-C7C4-A36C-0C55-DDC2903AD8C2}"/>
          </ac:spMkLst>
        </pc:spChg>
        <pc:spChg chg="add mod">
          <ac:chgData name="Jacob Wyngaard" userId="6181fcd471e98458" providerId="LiveId" clId="{788BA123-62C9-4DDC-86E5-A6BCA4600216}" dt="2026-01-25T03:11:09.632" v="2074" actId="1076"/>
          <ac:spMkLst>
            <pc:docMk/>
            <pc:sldMk cId="3253152439" sldId="298"/>
            <ac:spMk id="9" creationId="{61C26725-A1E0-8D44-9B25-82344A09BCF0}"/>
          </ac:spMkLst>
        </pc:spChg>
        <pc:spChg chg="del">
          <ac:chgData name="Jacob Wyngaard" userId="6181fcd471e98458" providerId="LiveId" clId="{788BA123-62C9-4DDC-86E5-A6BCA4600216}" dt="2026-01-25T03:09:43.628" v="2044" actId="478"/>
          <ac:spMkLst>
            <pc:docMk/>
            <pc:sldMk cId="3253152439" sldId="298"/>
            <ac:spMk id="40" creationId="{6F661A9C-3E03-CE8B-910F-84181E568F61}"/>
          </ac:spMkLst>
        </pc:spChg>
        <pc:spChg chg="del">
          <ac:chgData name="Jacob Wyngaard" userId="6181fcd471e98458" providerId="LiveId" clId="{788BA123-62C9-4DDC-86E5-A6BCA4600216}" dt="2026-01-25T03:09:43.628" v="2044" actId="478"/>
          <ac:spMkLst>
            <pc:docMk/>
            <pc:sldMk cId="3253152439" sldId="298"/>
            <ac:spMk id="41" creationId="{64398F1B-2D99-2E9E-09F8-ACB662EC0341}"/>
          </ac:spMkLst>
        </pc:spChg>
        <pc:spChg chg="del">
          <ac:chgData name="Jacob Wyngaard" userId="6181fcd471e98458" providerId="LiveId" clId="{788BA123-62C9-4DDC-86E5-A6BCA4600216}" dt="2026-01-25T03:09:43.628" v="2044" actId="478"/>
          <ac:spMkLst>
            <pc:docMk/>
            <pc:sldMk cId="3253152439" sldId="298"/>
            <ac:spMk id="45" creationId="{16B2C8D1-72ED-C9B4-92A7-215476D8F08F}"/>
          </ac:spMkLst>
        </pc:spChg>
        <pc:spChg chg="del">
          <ac:chgData name="Jacob Wyngaard" userId="6181fcd471e98458" providerId="LiveId" clId="{788BA123-62C9-4DDC-86E5-A6BCA4600216}" dt="2026-01-25T03:09:43.628" v="2044" actId="478"/>
          <ac:spMkLst>
            <pc:docMk/>
            <pc:sldMk cId="3253152439" sldId="298"/>
            <ac:spMk id="46" creationId="{B95AB35F-4F52-C775-7C2F-3B98F2F02C93}"/>
          </ac:spMkLst>
        </pc:spChg>
        <pc:spChg chg="del">
          <ac:chgData name="Jacob Wyngaard" userId="6181fcd471e98458" providerId="LiveId" clId="{788BA123-62C9-4DDC-86E5-A6BCA4600216}" dt="2026-01-25T03:09:43.628" v="2044" actId="478"/>
          <ac:spMkLst>
            <pc:docMk/>
            <pc:sldMk cId="3253152439" sldId="298"/>
            <ac:spMk id="50" creationId="{36C4B30E-25DF-676E-D593-11C7CB3ED7BC}"/>
          </ac:spMkLst>
        </pc:spChg>
        <pc:spChg chg="del">
          <ac:chgData name="Jacob Wyngaard" userId="6181fcd471e98458" providerId="LiveId" clId="{788BA123-62C9-4DDC-86E5-A6BCA4600216}" dt="2026-01-25T03:09:43.628" v="2044" actId="478"/>
          <ac:spMkLst>
            <pc:docMk/>
            <pc:sldMk cId="3253152439" sldId="298"/>
            <ac:spMk id="51" creationId="{2961D5DC-49C6-A3E8-65BF-17BA221D9905}"/>
          </ac:spMkLst>
        </pc:spChg>
        <pc:spChg chg="del">
          <ac:chgData name="Jacob Wyngaard" userId="6181fcd471e98458" providerId="LiveId" clId="{788BA123-62C9-4DDC-86E5-A6BCA4600216}" dt="2026-01-25T03:09:43.628" v="2044" actId="478"/>
          <ac:spMkLst>
            <pc:docMk/>
            <pc:sldMk cId="3253152439" sldId="298"/>
            <ac:spMk id="52" creationId="{F1FEE48C-3BEB-B0AD-8FEC-A9E06E1D9791}"/>
          </ac:spMkLst>
        </pc:spChg>
        <pc:spChg chg="del">
          <ac:chgData name="Jacob Wyngaard" userId="6181fcd471e98458" providerId="LiveId" clId="{788BA123-62C9-4DDC-86E5-A6BCA4600216}" dt="2026-01-25T03:09:43.628" v="2044" actId="478"/>
          <ac:spMkLst>
            <pc:docMk/>
            <pc:sldMk cId="3253152439" sldId="298"/>
            <ac:spMk id="53" creationId="{B93303DB-0F4C-2D44-0F38-A9FB14DF5DC2}"/>
          </ac:spMkLst>
        </pc:spChg>
        <pc:spChg chg="del">
          <ac:chgData name="Jacob Wyngaard" userId="6181fcd471e98458" providerId="LiveId" clId="{788BA123-62C9-4DDC-86E5-A6BCA4600216}" dt="2026-01-25T03:09:43.628" v="2044" actId="478"/>
          <ac:spMkLst>
            <pc:docMk/>
            <pc:sldMk cId="3253152439" sldId="298"/>
            <ac:spMk id="59" creationId="{ADB534E3-FF90-FADB-DDCA-39C844658073}"/>
          </ac:spMkLst>
        </pc:spChg>
        <pc:spChg chg="del">
          <ac:chgData name="Jacob Wyngaard" userId="6181fcd471e98458" providerId="LiveId" clId="{788BA123-62C9-4DDC-86E5-A6BCA4600216}" dt="2026-01-25T03:09:43.628" v="2044" actId="478"/>
          <ac:spMkLst>
            <pc:docMk/>
            <pc:sldMk cId="3253152439" sldId="298"/>
            <ac:spMk id="60" creationId="{BA772EF0-9E6B-E600-9565-56DC9D2D446C}"/>
          </ac:spMkLst>
        </pc:spChg>
        <pc:cxnChg chg="del">
          <ac:chgData name="Jacob Wyngaard" userId="6181fcd471e98458" providerId="LiveId" clId="{788BA123-62C9-4DDC-86E5-A6BCA4600216}" dt="2026-01-25T03:09:39.085" v="2043" actId="478"/>
          <ac:cxnSpMkLst>
            <pc:docMk/>
            <pc:sldMk cId="3253152439" sldId="298"/>
            <ac:cxnSpMk id="56" creationId="{C4120634-7130-338C-3748-33CEA322666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ED1B1-F126-F65E-9B9E-DC4B7A25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9D61D-580D-1E70-5B84-73ECD9612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5F4FB-6943-6372-F0FC-4BD514765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0A5D1-3951-8CD1-F4E7-1037752D4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9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0A7E1-6C92-F95F-EFEF-79642F988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62FF50-7AC3-7685-7FE2-8A89EDB4B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02318-12EB-E6E0-CDAD-6A3CA257F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AB81A-3F89-D6BE-7742-67202DCEB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79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AE582-EC8A-CA3F-31BB-96E5421E9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45734-B4F3-0916-DA5D-DB382CF2F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79469-5E74-14C6-17BC-99474C562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54EF5-335E-91B0-9683-A03AB349B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92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1BCFC-ABD1-78A0-7C88-FA8EA58B0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E9770-6422-AEA5-F882-6AC05BEF1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EB3278-D692-EB3C-3682-8A6F43B39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B7F89-C0D5-0B8B-A3FB-65C2DC382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93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E24D3-1F60-CF78-708B-04457FC3E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EE553-782F-E87F-4130-ABC0F20A7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7AA23-243E-0329-AEB9-1767A4068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524B3-F095-7300-0629-96C40DFB2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8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ADD36-A387-0C7B-0973-89184EA0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BF35D-5E21-AEAA-C751-4D6E12526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571BE-9678-5859-5CD7-ED478054AF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01F93-1545-2AA0-585D-A2F7DBBFC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86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C4BAD-D875-C15D-6EE4-E4B5FC550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D9D49-55B1-0222-1C37-7D38C1FE2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CBF36-969F-10E0-4009-914D59F0B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99DBD-4101-C2F0-FFDE-772E1D5AC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308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15C95-6043-1079-FC80-B1E6392BD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30FD29-6717-D51B-112E-679C26A68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3D722-4172-7D29-CF4D-C74ED8C51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8F535-1161-C0C6-78C9-132587464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30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1.png"/><Relationship Id="rId7" Type="http://schemas.openxmlformats.org/officeDocument/2006/relationships/image" Target="../media/image190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png"/><Relationship Id="rId11" Type="http://schemas.openxmlformats.org/officeDocument/2006/relationships/image" Target="../media/image23.png"/><Relationship Id="rId5" Type="http://schemas.openxmlformats.org/officeDocument/2006/relationships/image" Target="../media/image170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0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53.png"/><Relationship Id="rId5" Type="http://schemas.openxmlformats.org/officeDocument/2006/relationships/image" Target="../media/image43.png"/><Relationship Id="rId10" Type="http://schemas.openxmlformats.org/officeDocument/2006/relationships/image" Target="../media/image52.png"/><Relationship Id="rId4" Type="http://schemas.openxmlformats.org/officeDocument/2006/relationships/image" Target="../media/image42.png"/><Relationship Id="rId9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C1F8D5-4AD3-CA6D-CA09-1F939BFFC77B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ADB15C-53EA-0ED4-E0E9-C6A73C390DD1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1FF28-576E-AE9D-45ED-6C6260407807}"/>
              </a:ext>
            </a:extLst>
          </p:cNvPr>
          <p:cNvSpPr txBox="1"/>
          <p:nvPr/>
        </p:nvSpPr>
        <p:spPr>
          <a:xfrm>
            <a:off x="294968" y="1152313"/>
            <a:ext cx="55060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MATH 242 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</a:rPr>
              <a:t>Analytic Geometry and Calculus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414A67-3F86-5A8F-0EE3-3803EFD0BEF8}"/>
              </a:ext>
            </a:extLst>
          </p:cNvPr>
          <p:cNvSpPr txBox="1"/>
          <p:nvPr/>
        </p:nvSpPr>
        <p:spPr>
          <a:xfrm>
            <a:off x="2104102" y="3091305"/>
            <a:ext cx="1681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Section 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54025-07E0-36B3-2DA4-1831685F14E6}"/>
              </a:ext>
            </a:extLst>
          </p:cNvPr>
          <p:cNvSpPr txBox="1"/>
          <p:nvPr/>
        </p:nvSpPr>
        <p:spPr>
          <a:xfrm>
            <a:off x="1049592" y="3552970"/>
            <a:ext cx="3996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Instructor: Jacob Wyngaard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1C48F4-EC8B-9D87-E495-936CA1EC5A08}"/>
              </a:ext>
            </a:extLst>
          </p:cNvPr>
          <p:cNvSpPr txBox="1"/>
          <p:nvPr/>
        </p:nvSpPr>
        <p:spPr>
          <a:xfrm>
            <a:off x="345869" y="4476300"/>
            <a:ext cx="5558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Volume, Disk Method, Washer Method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371A90-B52D-E6E5-623C-66B986F967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75"/>
          <a:stretch>
            <a:fillRect/>
          </a:stretch>
        </p:blipFill>
        <p:spPr>
          <a:xfrm>
            <a:off x="6479458" y="3719668"/>
            <a:ext cx="5735381" cy="3004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DB6994-0D6B-FF95-9B8F-20F0EA24D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975" y="259823"/>
            <a:ext cx="4182960" cy="408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12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2515D-FFE6-DCD3-E134-D32895C1F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AAFEF1-F9CA-1C67-9A55-B876B24A291B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DBB5A9-2458-D5D2-2DF2-57B4B14EFD1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44AB0F-7FA8-2829-B1A2-C37DEC6CD423}"/>
              </a:ext>
            </a:extLst>
          </p:cNvPr>
          <p:cNvSpPr txBox="1"/>
          <p:nvPr/>
        </p:nvSpPr>
        <p:spPr>
          <a:xfrm>
            <a:off x="4513005" y="400100"/>
            <a:ext cx="4291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4B7A0F-8996-1BFF-A48C-FCCFDB2B68AC}"/>
              </a:ext>
            </a:extLst>
          </p:cNvPr>
          <p:cNvSpPr txBox="1"/>
          <p:nvPr/>
        </p:nvSpPr>
        <p:spPr>
          <a:xfrm>
            <a:off x="-414614" y="1790731"/>
            <a:ext cx="54544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To find the area under a curve, we integrate the height over the length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C459ED-77B1-EE93-DA21-1BB283B4E6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623" b="25305"/>
          <a:stretch>
            <a:fillRect/>
          </a:stretch>
        </p:blipFill>
        <p:spPr>
          <a:xfrm>
            <a:off x="672697" y="2670211"/>
            <a:ext cx="3555173" cy="32034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910830-0AB3-36FC-B166-824D315C13CD}"/>
                  </a:ext>
                </a:extLst>
              </p:cNvPr>
              <p:cNvSpPr txBox="1"/>
              <p:nvPr/>
            </p:nvSpPr>
            <p:spPr>
              <a:xfrm>
                <a:off x="854486" y="5805922"/>
                <a:ext cx="3941199" cy="7709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dirty="0"/>
                  <a:t>Area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910830-0AB3-36FC-B166-824D315C1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486" y="5805922"/>
                <a:ext cx="3941199" cy="770917"/>
              </a:xfrm>
              <a:prstGeom prst="rect">
                <a:avLst/>
              </a:prstGeom>
              <a:blipFill>
                <a:blip r:embed="rId4"/>
                <a:stretch>
                  <a:fillRect l="-3864" b="-17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CD9224-10B9-86BA-A103-C596643C50C9}"/>
                  </a:ext>
                </a:extLst>
              </p:cNvPr>
              <p:cNvSpPr txBox="1"/>
              <p:nvPr/>
            </p:nvSpPr>
            <p:spPr>
              <a:xfrm>
                <a:off x="3000069" y="2702901"/>
                <a:ext cx="1007806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CD9224-10B9-86BA-A103-C596643C5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069" y="2702901"/>
                <a:ext cx="100780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996C39-93A6-0C77-DC44-4544B6275A81}"/>
                  </a:ext>
                </a:extLst>
              </p:cNvPr>
              <p:cNvSpPr txBox="1"/>
              <p:nvPr/>
            </p:nvSpPr>
            <p:spPr>
              <a:xfrm>
                <a:off x="822510" y="2629875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996C39-93A6-0C77-DC44-4544B6275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510" y="2629875"/>
                <a:ext cx="37603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111650-3DDE-CDD6-4B4D-30CD863B4B95}"/>
                  </a:ext>
                </a:extLst>
              </p:cNvPr>
              <p:cNvSpPr txBox="1"/>
              <p:nvPr/>
            </p:nvSpPr>
            <p:spPr>
              <a:xfrm>
                <a:off x="3819856" y="5282702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111650-3DDE-CDD6-4B4D-30CD863B4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856" y="5282702"/>
                <a:ext cx="37603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48A4989-B395-9BD1-551D-8050D2B0A4AB}"/>
              </a:ext>
            </a:extLst>
          </p:cNvPr>
          <p:cNvSpPr txBox="1"/>
          <p:nvPr/>
        </p:nvSpPr>
        <p:spPr>
          <a:xfrm>
            <a:off x="5932645" y="1790730"/>
            <a:ext cx="5744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To find a volume, we can integrate the cross-sectional area over the length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CA35C4-2FE7-55DF-A31E-92BEF97EB742}"/>
                  </a:ext>
                </a:extLst>
              </p:cNvPr>
              <p:cNvSpPr txBox="1"/>
              <p:nvPr/>
            </p:nvSpPr>
            <p:spPr>
              <a:xfrm>
                <a:off x="6975067" y="5805921"/>
                <a:ext cx="3941199" cy="7709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dirty="0"/>
                  <a:t>Volume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CA35C4-2FE7-55DF-A31E-92BEF97EB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067" y="5805921"/>
                <a:ext cx="3941199" cy="770917"/>
              </a:xfrm>
              <a:prstGeom prst="rect">
                <a:avLst/>
              </a:prstGeom>
              <a:blipFill>
                <a:blip r:embed="rId8"/>
                <a:stretch>
                  <a:fillRect l="-3864" b="-17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6176F774-0CC0-0C68-89A8-F281652255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5533" y="2572992"/>
            <a:ext cx="4820266" cy="321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3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CE3B4-13C3-73E0-1ACD-662080DE3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2E1D22-2174-3B09-FBD6-D1020BFD69A3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752C16-A240-BA3B-3A24-B33BACEA22F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7E883F-D4F9-D49C-BDC8-E8E40C7D62B4}"/>
              </a:ext>
            </a:extLst>
          </p:cNvPr>
          <p:cNvSpPr txBox="1"/>
          <p:nvPr/>
        </p:nvSpPr>
        <p:spPr>
          <a:xfrm>
            <a:off x="3559276" y="386833"/>
            <a:ext cx="50734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Volumes of Interest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84FA1B-66D0-0B58-04CE-E1F9B6E5D404}"/>
              </a:ext>
            </a:extLst>
          </p:cNvPr>
          <p:cNvSpPr txBox="1"/>
          <p:nvPr/>
        </p:nvSpPr>
        <p:spPr>
          <a:xfrm>
            <a:off x="922574" y="1728728"/>
            <a:ext cx="97257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In Calculus B, we are interested in volumes generated by rotating two dimensional regions about an axis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BE96CC-20E2-A930-062D-CAF4897050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894" b="12017"/>
          <a:stretch>
            <a:fillRect/>
          </a:stretch>
        </p:blipFill>
        <p:spPr>
          <a:xfrm>
            <a:off x="251952" y="3175819"/>
            <a:ext cx="4644038" cy="30893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E1C6EF-55B6-3F02-46C9-672410A0D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265" y="2930013"/>
            <a:ext cx="5744377" cy="3705742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0B22580D-0EF2-5BC4-CBD1-CC78722F9DE8}"/>
              </a:ext>
            </a:extLst>
          </p:cNvPr>
          <p:cNvSpPr/>
          <p:nvPr/>
        </p:nvSpPr>
        <p:spPr>
          <a:xfrm>
            <a:off x="2133600" y="3696929"/>
            <a:ext cx="216310" cy="2005781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9C55C2-75A6-1C5F-BF67-ED8A7C8C6474}"/>
              </a:ext>
            </a:extLst>
          </p:cNvPr>
          <p:cNvCxnSpPr>
            <a:cxnSpLocks/>
          </p:cNvCxnSpPr>
          <p:nvPr/>
        </p:nvCxnSpPr>
        <p:spPr>
          <a:xfrm flipH="1">
            <a:off x="2231924" y="4650657"/>
            <a:ext cx="94389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011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0279D-5BB0-CD3C-DDC7-F2D037FF1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669119-A55E-26E1-8955-43788325DB01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5A0CF2-F4C8-4724-7B70-8CDCE04B7A9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80EC0E-7CE2-9051-F3B5-98FE8FAF55EB}"/>
              </a:ext>
            </a:extLst>
          </p:cNvPr>
          <p:cNvSpPr txBox="1"/>
          <p:nvPr/>
        </p:nvSpPr>
        <p:spPr>
          <a:xfrm>
            <a:off x="4689986" y="395158"/>
            <a:ext cx="50734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Disk 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15548-D1D1-C565-EE2D-26D345C05B32}"/>
              </a:ext>
            </a:extLst>
          </p:cNvPr>
          <p:cNvSpPr txBox="1"/>
          <p:nvPr/>
        </p:nvSpPr>
        <p:spPr>
          <a:xfrm>
            <a:off x="-414613" y="1835295"/>
            <a:ext cx="12105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We can use the disk method when the rotated region is bounded by the axis of rotation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78A7C6-C0D5-B7C5-5F26-C0349F43B1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894" b="9651"/>
          <a:stretch>
            <a:fillRect/>
          </a:stretch>
        </p:blipFill>
        <p:spPr>
          <a:xfrm>
            <a:off x="192958" y="2974800"/>
            <a:ext cx="4644038" cy="31724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4F340F5-72B4-3DAD-552D-63883B6F564A}"/>
                  </a:ext>
                </a:extLst>
              </p:cNvPr>
              <p:cNvSpPr txBox="1"/>
              <p:nvPr/>
            </p:nvSpPr>
            <p:spPr>
              <a:xfrm>
                <a:off x="6886577" y="2996114"/>
                <a:ext cx="3515952" cy="693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Volume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4F340F5-72B4-3DAD-552D-63883B6F5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577" y="2996114"/>
                <a:ext cx="3515952" cy="693138"/>
              </a:xfrm>
              <a:prstGeom prst="rect">
                <a:avLst/>
              </a:prstGeom>
              <a:blipFill>
                <a:blip r:embed="rId4"/>
                <a:stretch>
                  <a:fillRect l="-3646" b="-8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D8A0B0D-6BB3-EDFC-D63B-78ECCB2A4F95}"/>
              </a:ext>
            </a:extLst>
          </p:cNvPr>
          <p:cNvSpPr txBox="1"/>
          <p:nvPr/>
        </p:nvSpPr>
        <p:spPr>
          <a:xfrm>
            <a:off x="5824691" y="2513135"/>
            <a:ext cx="5203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Going back to our volume formula,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3269B0-9CE5-B1B3-D6E7-6FFB437943AE}"/>
                  </a:ext>
                </a:extLst>
              </p:cNvPr>
              <p:cNvSpPr txBox="1"/>
              <p:nvPr/>
            </p:nvSpPr>
            <p:spPr>
              <a:xfrm>
                <a:off x="7565685" y="3710566"/>
                <a:ext cx="243225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What is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3269B0-9CE5-B1B3-D6E7-6FFB43794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5685" y="3710566"/>
                <a:ext cx="2432255" cy="523220"/>
              </a:xfrm>
              <a:prstGeom prst="rect">
                <a:avLst/>
              </a:prstGeom>
              <a:blipFill>
                <a:blip r:embed="rId5"/>
                <a:stretch>
                  <a:fillRect l="-2256" t="-12791" r="-2506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8B27F3CA-A391-8320-69E1-2B744FA64630}"/>
              </a:ext>
            </a:extLst>
          </p:cNvPr>
          <p:cNvSpPr/>
          <p:nvPr/>
        </p:nvSpPr>
        <p:spPr>
          <a:xfrm>
            <a:off x="1936955" y="3489562"/>
            <a:ext cx="216310" cy="2005781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3D1362-BE1D-BEE6-84F0-42397AA1679E}"/>
              </a:ext>
            </a:extLst>
          </p:cNvPr>
          <p:cNvCxnSpPr>
            <a:cxnSpLocks/>
          </p:cNvCxnSpPr>
          <p:nvPr/>
        </p:nvCxnSpPr>
        <p:spPr>
          <a:xfrm flipH="1">
            <a:off x="2035279" y="4443290"/>
            <a:ext cx="94389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F59AD79-E662-A49A-9ABF-FB760EFC07BF}"/>
              </a:ext>
            </a:extLst>
          </p:cNvPr>
          <p:cNvSpPr txBox="1"/>
          <p:nvPr/>
        </p:nvSpPr>
        <p:spPr>
          <a:xfrm>
            <a:off x="0" y="6473252"/>
            <a:ext cx="5329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In this example, the axis of rotation is the x-axis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5813FB0-1947-31D7-ABD2-988855024041}"/>
              </a:ext>
            </a:extLst>
          </p:cNvPr>
          <p:cNvSpPr/>
          <p:nvPr/>
        </p:nvSpPr>
        <p:spPr>
          <a:xfrm>
            <a:off x="7898516" y="4233786"/>
            <a:ext cx="1963239" cy="2005781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71FEBC-5042-84F7-8677-B44886CCFD23}"/>
                  </a:ext>
                </a:extLst>
              </p:cNvPr>
              <p:cNvSpPr txBox="1"/>
              <p:nvPr/>
            </p:nvSpPr>
            <p:spPr>
              <a:xfrm>
                <a:off x="6668730" y="6283812"/>
                <a:ext cx="52030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800" dirty="0"/>
                  <a:t> is a circle of radius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71FEBC-5042-84F7-8677-B44886CCF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8730" y="6283812"/>
                <a:ext cx="5203012" cy="523220"/>
              </a:xfrm>
              <a:prstGeom prst="rect">
                <a:avLst/>
              </a:prstGeom>
              <a:blipFill>
                <a:blip r:embed="rId6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1A5A79-CD60-30C5-D313-011E405D46DE}"/>
              </a:ext>
            </a:extLst>
          </p:cNvPr>
          <p:cNvCxnSpPr>
            <a:cxnSpLocks/>
          </p:cNvCxnSpPr>
          <p:nvPr/>
        </p:nvCxnSpPr>
        <p:spPr>
          <a:xfrm flipH="1">
            <a:off x="2035279" y="5392993"/>
            <a:ext cx="9831" cy="6542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D587CA8-CC2D-3144-74E2-24CBFED758C9}"/>
              </a:ext>
            </a:extLst>
          </p:cNvPr>
          <p:cNvCxnSpPr>
            <a:cxnSpLocks/>
          </p:cNvCxnSpPr>
          <p:nvPr/>
        </p:nvCxnSpPr>
        <p:spPr>
          <a:xfrm>
            <a:off x="2035279" y="6024904"/>
            <a:ext cx="485129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0F94305-DEA5-8812-15A8-352DFB46E118}"/>
              </a:ext>
            </a:extLst>
          </p:cNvPr>
          <p:cNvCxnSpPr>
            <a:cxnSpLocks/>
          </p:cNvCxnSpPr>
          <p:nvPr/>
        </p:nvCxnSpPr>
        <p:spPr>
          <a:xfrm>
            <a:off x="5637971" y="6024904"/>
            <a:ext cx="239498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D5045772-1FC4-232A-DF51-4D6C3237A1CD}"/>
              </a:ext>
            </a:extLst>
          </p:cNvPr>
          <p:cNvSpPr/>
          <p:nvPr/>
        </p:nvSpPr>
        <p:spPr>
          <a:xfrm>
            <a:off x="8809704" y="5175227"/>
            <a:ext cx="145486" cy="1474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5113506-712E-2CE1-08A0-F25171A34A88}"/>
              </a:ext>
            </a:extLst>
          </p:cNvPr>
          <p:cNvCxnSpPr>
            <a:cxnSpLocks/>
            <a:endCxn id="15" idx="0"/>
          </p:cNvCxnSpPr>
          <p:nvPr/>
        </p:nvCxnSpPr>
        <p:spPr>
          <a:xfrm flipV="1">
            <a:off x="8880136" y="4233786"/>
            <a:ext cx="0" cy="100289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2EA0986-301E-A308-8946-D11A307A3888}"/>
                  </a:ext>
                </a:extLst>
              </p:cNvPr>
              <p:cNvSpPr txBox="1"/>
              <p:nvPr/>
            </p:nvSpPr>
            <p:spPr>
              <a:xfrm>
                <a:off x="8705235" y="4566301"/>
                <a:ext cx="11565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2EA0986-301E-A308-8946-D11A307A3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5235" y="4566301"/>
                <a:ext cx="1156520" cy="461665"/>
              </a:xfrm>
              <a:prstGeom prst="rect">
                <a:avLst/>
              </a:prstGeom>
              <a:blipFill>
                <a:blip r:embed="rId7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867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9CB73-4BA7-877E-98ED-82535489A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44ABA0B-73EC-8885-9912-CA01D5519FD9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945DA6-3842-B5B0-F8E6-C8788005138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914E38-0E94-79F5-1F61-D9AAF235F450}"/>
              </a:ext>
            </a:extLst>
          </p:cNvPr>
          <p:cNvSpPr txBox="1"/>
          <p:nvPr/>
        </p:nvSpPr>
        <p:spPr>
          <a:xfrm>
            <a:off x="4689986" y="395158"/>
            <a:ext cx="50734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Disk 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817820-61D0-27FB-F794-91E84B2E0844}"/>
              </a:ext>
            </a:extLst>
          </p:cNvPr>
          <p:cNvSpPr txBox="1"/>
          <p:nvPr/>
        </p:nvSpPr>
        <p:spPr>
          <a:xfrm>
            <a:off x="-414613" y="1835295"/>
            <a:ext cx="12105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We can use the disk method when the rotated region is bounded by the axis of rotation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48EC2D-174C-932F-3E03-1693429DCD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894" b="9651"/>
          <a:stretch>
            <a:fillRect/>
          </a:stretch>
        </p:blipFill>
        <p:spPr>
          <a:xfrm>
            <a:off x="192958" y="2974800"/>
            <a:ext cx="4644038" cy="31724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8A34C8-EF73-1567-D645-9A70537042F6}"/>
                  </a:ext>
                </a:extLst>
              </p:cNvPr>
              <p:cNvSpPr txBox="1"/>
              <p:nvPr/>
            </p:nvSpPr>
            <p:spPr>
              <a:xfrm>
                <a:off x="7142216" y="2912260"/>
                <a:ext cx="4644038" cy="693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Volume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8A34C8-EF73-1567-D645-9A7053704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216" y="2912260"/>
                <a:ext cx="4644038" cy="693138"/>
              </a:xfrm>
              <a:prstGeom prst="rect">
                <a:avLst/>
              </a:prstGeom>
              <a:blipFill>
                <a:blip r:embed="rId4"/>
                <a:stretch>
                  <a:fillRect l="-2760" b="-9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13290A8-45A8-9754-0CE9-419CDA665D8A}"/>
              </a:ext>
            </a:extLst>
          </p:cNvPr>
          <p:cNvSpPr txBox="1"/>
          <p:nvPr/>
        </p:nvSpPr>
        <p:spPr>
          <a:xfrm>
            <a:off x="5824691" y="2513135"/>
            <a:ext cx="5203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Going back to our volume formula,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B42B6A-8195-C488-3053-96769B16F01E}"/>
                  </a:ext>
                </a:extLst>
              </p:cNvPr>
              <p:cNvSpPr txBox="1"/>
              <p:nvPr/>
            </p:nvSpPr>
            <p:spPr>
              <a:xfrm>
                <a:off x="7142216" y="4840267"/>
                <a:ext cx="36903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Thus,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B42B6A-8195-C488-3053-96769B16F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216" y="4840267"/>
                <a:ext cx="3690348" cy="523220"/>
              </a:xfrm>
              <a:prstGeom prst="rect">
                <a:avLst/>
              </a:prstGeom>
              <a:blipFill>
                <a:blip r:embed="rId5"/>
                <a:stretch>
                  <a:fillRect l="-165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955A8-AFF3-33C4-7311-58F13E9358FE}"/>
                  </a:ext>
                </a:extLst>
              </p:cNvPr>
              <p:cNvSpPr txBox="1"/>
              <p:nvPr/>
            </p:nvSpPr>
            <p:spPr>
              <a:xfrm>
                <a:off x="6871828" y="5839207"/>
                <a:ext cx="4644038" cy="7790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dirty="0"/>
                  <a:t>Volume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m:rPr>
                            <m:sty m:val="p"/>
                          </m:rPr>
                          <a:rPr lang="el-G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955A8-AFF3-33C4-7311-58F13E935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1828" y="5839207"/>
                <a:ext cx="4644038" cy="779059"/>
              </a:xfrm>
              <a:prstGeom prst="rect">
                <a:avLst/>
              </a:prstGeom>
              <a:blipFill>
                <a:blip r:embed="rId6"/>
                <a:stretch>
                  <a:fillRect l="-3281" b="-10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41571FB6-D2CA-ECDF-85CF-3947B3DCA9FD}"/>
              </a:ext>
            </a:extLst>
          </p:cNvPr>
          <p:cNvSpPr/>
          <p:nvPr/>
        </p:nvSpPr>
        <p:spPr>
          <a:xfrm>
            <a:off x="1936955" y="3489562"/>
            <a:ext cx="216310" cy="2005781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808C9E-67E9-1566-298C-9D1EE80AA49E}"/>
              </a:ext>
            </a:extLst>
          </p:cNvPr>
          <p:cNvCxnSpPr>
            <a:cxnSpLocks/>
          </p:cNvCxnSpPr>
          <p:nvPr/>
        </p:nvCxnSpPr>
        <p:spPr>
          <a:xfrm flipH="1">
            <a:off x="2035279" y="4443290"/>
            <a:ext cx="94389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D9C7520-6150-CBD9-32F0-A3013D47CC13}"/>
              </a:ext>
            </a:extLst>
          </p:cNvPr>
          <p:cNvSpPr txBox="1"/>
          <p:nvPr/>
        </p:nvSpPr>
        <p:spPr>
          <a:xfrm>
            <a:off x="0" y="6473252"/>
            <a:ext cx="5329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In this example, the axis of rotation is the x-axis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7DB2A2-F6D3-8C55-9DA9-1638D059562E}"/>
                  </a:ext>
                </a:extLst>
              </p:cNvPr>
              <p:cNvSpPr txBox="1"/>
              <p:nvPr/>
            </p:nvSpPr>
            <p:spPr>
              <a:xfrm>
                <a:off x="6592341" y="3937472"/>
                <a:ext cx="52030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800" dirty="0"/>
                  <a:t> is a circle of radius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7DB2A2-F6D3-8C55-9DA9-1638D0595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341" y="3937472"/>
                <a:ext cx="5203012" cy="523220"/>
              </a:xfrm>
              <a:prstGeom prst="rect">
                <a:avLst/>
              </a:prstGeom>
              <a:blipFill>
                <a:blip r:embed="rId7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4328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744BA-0F8B-BB84-3722-104F0EF72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FDA07A9-53C5-4506-85A4-B4C6CA6839CF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E549F5-A21B-A3F8-8C29-EC42E2F65B5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C85D0D-05D3-B30A-FDB7-1B98197A07BF}"/>
              </a:ext>
            </a:extLst>
          </p:cNvPr>
          <p:cNvSpPr txBox="1"/>
          <p:nvPr/>
        </p:nvSpPr>
        <p:spPr>
          <a:xfrm>
            <a:off x="152339" y="1749515"/>
            <a:ext cx="107286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We can use the washer method when the rotated region is not bounded by the axis of rotation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078AD8-6860-E2E1-79E9-8563985D3B50}"/>
              </a:ext>
            </a:extLst>
          </p:cNvPr>
          <p:cNvSpPr txBox="1"/>
          <p:nvPr/>
        </p:nvSpPr>
        <p:spPr>
          <a:xfrm>
            <a:off x="3987665" y="395158"/>
            <a:ext cx="50734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Washer Method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5E1D1AA-B7AF-AAFE-526F-C78C51AB1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265" y="2930013"/>
            <a:ext cx="5744377" cy="3705742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342CCAC-24CE-8DBB-2BE9-D0EB4B90631F}"/>
              </a:ext>
            </a:extLst>
          </p:cNvPr>
          <p:cNvCxnSpPr>
            <a:cxnSpLocks/>
          </p:cNvCxnSpPr>
          <p:nvPr/>
        </p:nvCxnSpPr>
        <p:spPr>
          <a:xfrm flipV="1">
            <a:off x="841427" y="4947463"/>
            <a:ext cx="4173026" cy="196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CDFC5BD-7707-D157-F55E-D8F861F9202A}"/>
              </a:ext>
            </a:extLst>
          </p:cNvPr>
          <p:cNvCxnSpPr>
            <a:cxnSpLocks/>
          </p:cNvCxnSpPr>
          <p:nvPr/>
        </p:nvCxnSpPr>
        <p:spPr>
          <a:xfrm flipV="1">
            <a:off x="841427" y="2985174"/>
            <a:ext cx="0" cy="1981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9C476A-3CF5-3827-DE5E-B7780E0B30C5}"/>
                  </a:ext>
                </a:extLst>
              </p:cNvPr>
              <p:cNvSpPr txBox="1"/>
              <p:nvPr/>
            </p:nvSpPr>
            <p:spPr>
              <a:xfrm>
                <a:off x="5053783" y="4646525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9C476A-3CF5-3827-DE5E-B7780E0B3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783" y="4646525"/>
                <a:ext cx="37603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2D8572-D5C8-6A7C-A258-8BB2C8C4CFD3}"/>
                  </a:ext>
                </a:extLst>
              </p:cNvPr>
              <p:cNvSpPr txBox="1"/>
              <p:nvPr/>
            </p:nvSpPr>
            <p:spPr>
              <a:xfrm>
                <a:off x="418641" y="2762865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2D8572-D5C8-6A7C-A258-8BB2C8C4C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41" y="2762865"/>
                <a:ext cx="37603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194EAB-63B5-202F-15EE-1739AE4DE11E}"/>
              </a:ext>
            </a:extLst>
          </p:cNvPr>
          <p:cNvCxnSpPr>
            <a:cxnSpLocks/>
          </p:cNvCxnSpPr>
          <p:nvPr/>
        </p:nvCxnSpPr>
        <p:spPr>
          <a:xfrm>
            <a:off x="4090220" y="4885482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6B4D73-B8BA-CBF4-D661-E1F775402DF4}"/>
              </a:ext>
            </a:extLst>
          </p:cNvPr>
          <p:cNvCxnSpPr>
            <a:cxnSpLocks/>
          </p:cNvCxnSpPr>
          <p:nvPr/>
        </p:nvCxnSpPr>
        <p:spPr>
          <a:xfrm rot="16200000">
            <a:off x="840657" y="4355864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5DB189-937D-7F31-F93F-011B15D1D0A0}"/>
                  </a:ext>
                </a:extLst>
              </p:cNvPr>
              <p:cNvSpPr txBox="1"/>
              <p:nvPr/>
            </p:nvSpPr>
            <p:spPr>
              <a:xfrm>
                <a:off x="3545214" y="5095743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5DB189-937D-7F31-F93F-011B15D1D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5214" y="5095743"/>
                <a:ext cx="109620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4FB3FA5-FA63-031C-FB29-D68CF6F779E3}"/>
                  </a:ext>
                </a:extLst>
              </p:cNvPr>
              <p:cNvSpPr txBox="1"/>
              <p:nvPr/>
            </p:nvSpPr>
            <p:spPr>
              <a:xfrm>
                <a:off x="902157" y="5095743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4FB3FA5-FA63-031C-FB29-D68CF6F77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157" y="5095743"/>
                <a:ext cx="109620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1D8D82B-9777-B298-162C-D6102118DBC2}"/>
              </a:ext>
            </a:extLst>
          </p:cNvPr>
          <p:cNvCxnSpPr>
            <a:cxnSpLocks/>
          </p:cNvCxnSpPr>
          <p:nvPr/>
        </p:nvCxnSpPr>
        <p:spPr>
          <a:xfrm flipH="1">
            <a:off x="1440424" y="4124632"/>
            <a:ext cx="12248" cy="315386"/>
          </a:xfrm>
          <a:prstGeom prst="line">
            <a:avLst/>
          </a:prstGeom>
          <a:ln w="38100">
            <a:solidFill>
              <a:srgbClr val="191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04A3176-C3B5-1811-2FE1-540AFBDCD024}"/>
              </a:ext>
            </a:extLst>
          </p:cNvPr>
          <p:cNvCxnSpPr>
            <a:cxnSpLocks/>
          </p:cNvCxnSpPr>
          <p:nvPr/>
        </p:nvCxnSpPr>
        <p:spPr>
          <a:xfrm flipH="1">
            <a:off x="1460091" y="3647768"/>
            <a:ext cx="2630129" cy="486696"/>
          </a:xfrm>
          <a:prstGeom prst="line">
            <a:avLst/>
          </a:prstGeom>
          <a:ln w="38100">
            <a:solidFill>
              <a:srgbClr val="191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D9EBDF-3A60-35BE-3EDA-AF7C18C37964}"/>
              </a:ext>
            </a:extLst>
          </p:cNvPr>
          <p:cNvCxnSpPr>
            <a:cxnSpLocks/>
          </p:cNvCxnSpPr>
          <p:nvPr/>
        </p:nvCxnSpPr>
        <p:spPr>
          <a:xfrm>
            <a:off x="4090220" y="3647768"/>
            <a:ext cx="0" cy="792250"/>
          </a:xfrm>
          <a:prstGeom prst="line">
            <a:avLst/>
          </a:prstGeom>
          <a:ln w="38100">
            <a:solidFill>
              <a:srgbClr val="191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ight Triangle 41">
            <a:extLst>
              <a:ext uri="{FF2B5EF4-FFF2-40B4-BE49-F238E27FC236}">
                <a16:creationId xmlns:a16="http://schemas.microsoft.com/office/drawing/2014/main" id="{C93693AB-8F60-9FF0-7254-9818F206BFFB}"/>
              </a:ext>
            </a:extLst>
          </p:cNvPr>
          <p:cNvSpPr/>
          <p:nvPr/>
        </p:nvSpPr>
        <p:spPr>
          <a:xfrm flipH="1">
            <a:off x="1440424" y="3677262"/>
            <a:ext cx="2630129" cy="482373"/>
          </a:xfrm>
          <a:prstGeom prst="rtTriangle">
            <a:avLst/>
          </a:prstGeom>
          <a:solidFill>
            <a:srgbClr val="DDDB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0BAE00-9192-9F20-5204-E32FF1CFEDFE}"/>
              </a:ext>
            </a:extLst>
          </p:cNvPr>
          <p:cNvSpPr/>
          <p:nvPr/>
        </p:nvSpPr>
        <p:spPr>
          <a:xfrm>
            <a:off x="1460091" y="4159632"/>
            <a:ext cx="2610460" cy="280386"/>
          </a:xfrm>
          <a:prstGeom prst="rect">
            <a:avLst/>
          </a:prstGeom>
          <a:solidFill>
            <a:srgbClr val="DDDB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AE76ADC4-0205-8C84-DA5E-DACF618D1E31}"/>
              </a:ext>
            </a:extLst>
          </p:cNvPr>
          <p:cNvSpPr/>
          <p:nvPr/>
        </p:nvSpPr>
        <p:spPr>
          <a:xfrm>
            <a:off x="4897712" y="3768937"/>
            <a:ext cx="963561" cy="52322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1A5FCDC-6FE5-D32B-2070-65F684E51C9D}"/>
              </a:ext>
            </a:extLst>
          </p:cNvPr>
          <p:cNvCxnSpPr>
            <a:cxnSpLocks/>
          </p:cNvCxnSpPr>
          <p:nvPr/>
        </p:nvCxnSpPr>
        <p:spPr>
          <a:xfrm>
            <a:off x="1484674" y="4872061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472D878-7053-A9D0-6D26-C083C60BE42B}"/>
                  </a:ext>
                </a:extLst>
              </p:cNvPr>
              <p:cNvSpPr txBox="1"/>
              <p:nvPr/>
            </p:nvSpPr>
            <p:spPr>
              <a:xfrm>
                <a:off x="-217377" y="4284850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472D878-7053-A9D0-6D26-C083C60BE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7377" y="4284850"/>
                <a:ext cx="1096203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E2443C4-BF0A-0A1E-D1AA-2A3358AE3C3B}"/>
              </a:ext>
            </a:extLst>
          </p:cNvPr>
          <p:cNvCxnSpPr>
            <a:cxnSpLocks/>
          </p:cNvCxnSpPr>
          <p:nvPr/>
        </p:nvCxnSpPr>
        <p:spPr>
          <a:xfrm rot="16200000">
            <a:off x="6798148" y="4355864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61AE8DE-6C81-BF7E-DC63-6CD20272A4C9}"/>
                  </a:ext>
                </a:extLst>
              </p:cNvPr>
              <p:cNvSpPr txBox="1"/>
              <p:nvPr/>
            </p:nvSpPr>
            <p:spPr>
              <a:xfrm>
                <a:off x="5751153" y="4258029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61AE8DE-6C81-BF7E-DC63-6CD20272A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153" y="4258029"/>
                <a:ext cx="1096203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5824F79-8C32-A8FD-A1B4-18908043983E}"/>
              </a:ext>
            </a:extLst>
          </p:cNvPr>
          <p:cNvCxnSpPr>
            <a:cxnSpLocks/>
          </p:cNvCxnSpPr>
          <p:nvPr/>
        </p:nvCxnSpPr>
        <p:spPr>
          <a:xfrm rot="16200000">
            <a:off x="837712" y="4033170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42CF9AA-7A26-E0E0-975D-EAB1BB3FD012}"/>
                  </a:ext>
                </a:extLst>
              </p:cNvPr>
              <p:cNvSpPr txBox="1"/>
              <p:nvPr/>
            </p:nvSpPr>
            <p:spPr>
              <a:xfrm>
                <a:off x="-239986" y="3922825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42CF9AA-7A26-E0E0-975D-EAB1BB3FD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9986" y="3922825"/>
                <a:ext cx="1096203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DA73874-F4FB-F053-8E26-6F28D4291E61}"/>
              </a:ext>
            </a:extLst>
          </p:cNvPr>
          <p:cNvCxnSpPr>
            <a:cxnSpLocks/>
          </p:cNvCxnSpPr>
          <p:nvPr/>
        </p:nvCxnSpPr>
        <p:spPr>
          <a:xfrm flipH="1" flipV="1">
            <a:off x="1450259" y="4449850"/>
            <a:ext cx="2639961" cy="9832"/>
          </a:xfrm>
          <a:prstGeom prst="line">
            <a:avLst/>
          </a:prstGeom>
          <a:ln w="38100">
            <a:solidFill>
              <a:srgbClr val="883A3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7E64383-77BD-0558-D284-1EBB026361D9}"/>
              </a:ext>
            </a:extLst>
          </p:cNvPr>
          <p:cNvCxnSpPr>
            <a:cxnSpLocks/>
          </p:cNvCxnSpPr>
          <p:nvPr/>
        </p:nvCxnSpPr>
        <p:spPr>
          <a:xfrm rot="16200000">
            <a:off x="6809187" y="3945067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0589FE9-CF38-59FC-C482-79D1E2500136}"/>
                  </a:ext>
                </a:extLst>
              </p:cNvPr>
              <p:cNvSpPr txBox="1"/>
              <p:nvPr/>
            </p:nvSpPr>
            <p:spPr>
              <a:xfrm>
                <a:off x="5819977" y="3834722"/>
                <a:ext cx="9151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0589FE9-CF38-59FC-C482-79D1E2500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977" y="3834722"/>
                <a:ext cx="915119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EB02B34-C9E8-9DF9-A6E5-9D6778A1A605}"/>
                  </a:ext>
                </a:extLst>
              </p:cNvPr>
              <p:cNvSpPr txBox="1"/>
              <p:nvPr/>
            </p:nvSpPr>
            <p:spPr>
              <a:xfrm rot="20754639">
                <a:off x="7732512" y="3034107"/>
                <a:ext cx="1633857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EB02B34-C9E8-9DF9-A6E5-9D6778A1A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754639">
                <a:off x="7732512" y="3034107"/>
                <a:ext cx="1633857" cy="61093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08571E7-E9E8-BAF5-4AC0-9109BFE292FC}"/>
              </a:ext>
            </a:extLst>
          </p:cNvPr>
          <p:cNvCxnSpPr>
            <a:cxnSpLocks/>
          </p:cNvCxnSpPr>
          <p:nvPr/>
        </p:nvCxnSpPr>
        <p:spPr>
          <a:xfrm rot="16200000">
            <a:off x="844322" y="3683488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58900B0-E5D5-CB4D-6660-80F65B28C247}"/>
                  </a:ext>
                </a:extLst>
              </p:cNvPr>
              <p:cNvSpPr txBox="1"/>
              <p:nvPr/>
            </p:nvSpPr>
            <p:spPr>
              <a:xfrm>
                <a:off x="-213712" y="3573143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58900B0-E5D5-CB4D-6660-80F65B28C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3712" y="3573143"/>
                <a:ext cx="1096203" cy="369332"/>
              </a:xfrm>
              <a:prstGeom prst="rect">
                <a:avLst/>
              </a:prstGeom>
              <a:blipFill>
                <a:blip r:embed="rId1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7EF985E-4FA7-DF8D-E740-5067A66AF301}"/>
              </a:ext>
            </a:extLst>
          </p:cNvPr>
          <p:cNvCxnSpPr>
            <a:cxnSpLocks/>
          </p:cNvCxnSpPr>
          <p:nvPr/>
        </p:nvCxnSpPr>
        <p:spPr>
          <a:xfrm rot="16200000">
            <a:off x="6809187" y="3496896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62F771C-2B26-FABB-4BA9-480D9DA4CA69}"/>
                  </a:ext>
                </a:extLst>
              </p:cNvPr>
              <p:cNvSpPr txBox="1"/>
              <p:nvPr/>
            </p:nvSpPr>
            <p:spPr>
              <a:xfrm>
                <a:off x="5819977" y="3386551"/>
                <a:ext cx="9151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62F771C-2B26-FABB-4BA9-480D9DA4C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977" y="3386551"/>
                <a:ext cx="915119" cy="369332"/>
              </a:xfrm>
              <a:prstGeom prst="rect">
                <a:avLst/>
              </a:prstGeom>
              <a:blipFill>
                <a:blip r:embed="rId1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BDB513D-7589-24DF-B392-510089719819}"/>
                  </a:ext>
                </a:extLst>
              </p:cNvPr>
              <p:cNvSpPr txBox="1"/>
              <p:nvPr/>
            </p:nvSpPr>
            <p:spPr>
              <a:xfrm rot="20972152">
                <a:off x="1869464" y="3200540"/>
                <a:ext cx="1633857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BDB513D-7589-24DF-B392-510089719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72152">
                <a:off x="1869464" y="3200540"/>
                <a:ext cx="1633857" cy="61093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A0D933F-FF12-0EA7-FD75-351E6C9BB6A2}"/>
              </a:ext>
            </a:extLst>
          </p:cNvPr>
          <p:cNvSpPr txBox="1"/>
          <p:nvPr/>
        </p:nvSpPr>
        <p:spPr>
          <a:xfrm>
            <a:off x="0" y="6473252"/>
            <a:ext cx="5329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In this example, the axis of rotation is the x-axis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665BD7-ABF0-7204-A1B8-057A202AF094}"/>
              </a:ext>
            </a:extLst>
          </p:cNvPr>
          <p:cNvCxnSpPr>
            <a:cxnSpLocks/>
          </p:cNvCxnSpPr>
          <p:nvPr/>
        </p:nvCxnSpPr>
        <p:spPr>
          <a:xfrm flipV="1">
            <a:off x="8880136" y="4233786"/>
            <a:ext cx="0" cy="100289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53C8A8A-6556-8CB8-7A02-43B048F4B211}"/>
              </a:ext>
            </a:extLst>
          </p:cNvPr>
          <p:cNvSpPr/>
          <p:nvPr/>
        </p:nvSpPr>
        <p:spPr>
          <a:xfrm>
            <a:off x="4444841" y="4758747"/>
            <a:ext cx="294968" cy="471985"/>
          </a:xfrm>
          <a:custGeom>
            <a:avLst/>
            <a:gdLst>
              <a:gd name="csX0" fmla="*/ 275303 w 294968"/>
              <a:gd name="csY0" fmla="*/ 98359 h 471985"/>
              <a:gd name="csX1" fmla="*/ 186813 w 294968"/>
              <a:gd name="csY1" fmla="*/ 37 h 471985"/>
              <a:gd name="csX2" fmla="*/ 68826 w 294968"/>
              <a:gd name="csY2" fmla="*/ 59030 h 471985"/>
              <a:gd name="csX3" fmla="*/ 0 w 294968"/>
              <a:gd name="csY3" fmla="*/ 186850 h 471985"/>
              <a:gd name="csX4" fmla="*/ 68826 w 294968"/>
              <a:gd name="csY4" fmla="*/ 383495 h 471985"/>
              <a:gd name="csX5" fmla="*/ 147484 w 294968"/>
              <a:gd name="csY5" fmla="*/ 462153 h 471985"/>
              <a:gd name="csX6" fmla="*/ 216310 w 294968"/>
              <a:gd name="csY6" fmla="*/ 471985 h 471985"/>
              <a:gd name="csX7" fmla="*/ 265471 w 294968"/>
              <a:gd name="csY7" fmla="*/ 452321 h 471985"/>
              <a:gd name="csX8" fmla="*/ 294968 w 294968"/>
              <a:gd name="csY8" fmla="*/ 422824 h 4719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94968" h="471985">
                <a:moveTo>
                  <a:pt x="275303" y="98359"/>
                </a:moveTo>
                <a:cubicBezTo>
                  <a:pt x="261026" y="74564"/>
                  <a:pt x="222461" y="-1943"/>
                  <a:pt x="186813" y="37"/>
                </a:cubicBezTo>
                <a:cubicBezTo>
                  <a:pt x="142910" y="2476"/>
                  <a:pt x="108155" y="39366"/>
                  <a:pt x="68826" y="59030"/>
                </a:cubicBezTo>
                <a:cubicBezTo>
                  <a:pt x="33029" y="101986"/>
                  <a:pt x="0" y="125446"/>
                  <a:pt x="0" y="186850"/>
                </a:cubicBezTo>
                <a:cubicBezTo>
                  <a:pt x="0" y="307199"/>
                  <a:pt x="2851" y="312445"/>
                  <a:pt x="68826" y="383495"/>
                </a:cubicBezTo>
                <a:cubicBezTo>
                  <a:pt x="94057" y="410667"/>
                  <a:pt x="115688" y="443076"/>
                  <a:pt x="147484" y="462153"/>
                </a:cubicBezTo>
                <a:cubicBezTo>
                  <a:pt x="167356" y="474076"/>
                  <a:pt x="193368" y="468708"/>
                  <a:pt x="216310" y="471985"/>
                </a:cubicBezTo>
                <a:cubicBezTo>
                  <a:pt x="232697" y="465430"/>
                  <a:pt x="251109" y="462579"/>
                  <a:pt x="265471" y="452321"/>
                </a:cubicBezTo>
                <a:cubicBezTo>
                  <a:pt x="310585" y="420097"/>
                  <a:pt x="266763" y="422824"/>
                  <a:pt x="294968" y="42282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377889-6E86-E775-3736-7FFE9D7B5E0C}"/>
              </a:ext>
            </a:extLst>
          </p:cNvPr>
          <p:cNvCxnSpPr>
            <a:cxnSpLocks/>
            <a:stCxn id="7" idx="8"/>
          </p:cNvCxnSpPr>
          <p:nvPr/>
        </p:nvCxnSpPr>
        <p:spPr>
          <a:xfrm flipV="1">
            <a:off x="4739809" y="5050685"/>
            <a:ext cx="169299" cy="130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08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7AE91-9990-035C-1289-1DC26E95F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AF4EC47-E516-FBF0-3310-6C943987F0A4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F2CBDA-2E5D-B4C9-F36E-E3095405B2F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65BD96-70D7-5F9D-EFA6-C6858D58641B}"/>
              </a:ext>
            </a:extLst>
          </p:cNvPr>
          <p:cNvSpPr txBox="1"/>
          <p:nvPr/>
        </p:nvSpPr>
        <p:spPr>
          <a:xfrm>
            <a:off x="-755145" y="1727460"/>
            <a:ext cx="1161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For the washer method, we have to identify an </a:t>
            </a:r>
            <a:r>
              <a:rPr lang="en-US" sz="2400" b="1" dirty="0">
                <a:solidFill>
                  <a:srgbClr val="FF0000"/>
                </a:solidFill>
              </a:rPr>
              <a:t>inner radius </a:t>
            </a:r>
            <a:r>
              <a:rPr lang="en-US" sz="2400" dirty="0"/>
              <a:t>and an </a:t>
            </a:r>
            <a:r>
              <a:rPr lang="en-US" sz="2400" b="1" dirty="0">
                <a:solidFill>
                  <a:srgbClr val="00B0F0"/>
                </a:solidFill>
              </a:rPr>
              <a:t>outer radius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AF8192-6C4C-406C-874A-C4AC4E863CCF}"/>
                  </a:ext>
                </a:extLst>
              </p:cNvPr>
              <p:cNvSpPr txBox="1"/>
              <p:nvPr/>
            </p:nvSpPr>
            <p:spPr>
              <a:xfrm>
                <a:off x="-509338" y="2451578"/>
                <a:ext cx="120130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:r>
                  <a:rPr lang="en-US" sz="2400" dirty="0"/>
                  <a:t>The </a:t>
                </a:r>
                <a:r>
                  <a:rPr lang="en-US" sz="2400" dirty="0">
                    <a:solidFill>
                      <a:srgbClr val="FF0000"/>
                    </a:solidFill>
                  </a:rPr>
                  <a:t>inner radius 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400" dirty="0"/>
                  <a:t>) is the closest distance between the region and the axis of rotation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AF8192-6C4C-406C-874A-C4AC4E863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9338" y="2451578"/>
                <a:ext cx="12013080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C207A2F-7FE0-FA72-F486-13E1B9B5E332}"/>
              </a:ext>
            </a:extLst>
          </p:cNvPr>
          <p:cNvSpPr txBox="1"/>
          <p:nvPr/>
        </p:nvSpPr>
        <p:spPr>
          <a:xfrm>
            <a:off x="3987665" y="395158"/>
            <a:ext cx="50734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Washer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1D4349C-D29B-B3DA-B53F-AFB084AAD167}"/>
                  </a:ext>
                </a:extLst>
              </p:cNvPr>
              <p:cNvSpPr txBox="1"/>
              <p:nvPr/>
            </p:nvSpPr>
            <p:spPr>
              <a:xfrm>
                <a:off x="-411016" y="3198167"/>
                <a:ext cx="120130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:r>
                  <a:rPr lang="en-US" sz="2400" dirty="0"/>
                  <a:t>The </a:t>
                </a:r>
                <a:r>
                  <a:rPr lang="en-US" sz="2400" dirty="0">
                    <a:solidFill>
                      <a:srgbClr val="00B0F0"/>
                    </a:solidFill>
                  </a:rPr>
                  <a:t>outer radius 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</m:oMath>
                </a14:m>
                <a:r>
                  <a:rPr lang="en-US" sz="2400" dirty="0"/>
                  <a:t>) is the furthest distance between the region and the axis of rotation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1D4349C-D29B-B3DA-B53F-AFB084AAD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1016" y="3198167"/>
                <a:ext cx="12013080" cy="461665"/>
              </a:xfrm>
              <a:prstGeom prst="rect">
                <a:avLst/>
              </a:prstGeom>
              <a:blipFill>
                <a:blip r:embed="rId4"/>
                <a:stretch>
                  <a:fillRect t="-10667" r="-609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1009C7F-D8AE-0A3A-730F-B954C3463F90}"/>
              </a:ext>
            </a:extLst>
          </p:cNvPr>
          <p:cNvCxnSpPr>
            <a:cxnSpLocks/>
          </p:cNvCxnSpPr>
          <p:nvPr/>
        </p:nvCxnSpPr>
        <p:spPr>
          <a:xfrm flipV="1">
            <a:off x="4253221" y="5861077"/>
            <a:ext cx="4173026" cy="196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035737-667D-883B-0DD8-72774DE877E2}"/>
              </a:ext>
            </a:extLst>
          </p:cNvPr>
          <p:cNvCxnSpPr>
            <a:cxnSpLocks/>
          </p:cNvCxnSpPr>
          <p:nvPr/>
        </p:nvCxnSpPr>
        <p:spPr>
          <a:xfrm flipV="1">
            <a:off x="4253221" y="3898788"/>
            <a:ext cx="0" cy="1981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B87547-4965-53E4-8F84-68EDF26D4346}"/>
                  </a:ext>
                </a:extLst>
              </p:cNvPr>
              <p:cNvSpPr txBox="1"/>
              <p:nvPr/>
            </p:nvSpPr>
            <p:spPr>
              <a:xfrm>
                <a:off x="8465577" y="5560139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B87547-4965-53E4-8F84-68EDF26D4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5577" y="5560139"/>
                <a:ext cx="37603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476BF9-16E0-6691-AEC1-DAC1392A35F9}"/>
                  </a:ext>
                </a:extLst>
              </p:cNvPr>
              <p:cNvSpPr txBox="1"/>
              <p:nvPr/>
            </p:nvSpPr>
            <p:spPr>
              <a:xfrm>
                <a:off x="3830435" y="3676479"/>
                <a:ext cx="376038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476BF9-16E0-6691-AEC1-DAC1392A3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435" y="3676479"/>
                <a:ext cx="37603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86DED2-F7C6-9DC3-63E8-C789E14EAAA7}"/>
              </a:ext>
            </a:extLst>
          </p:cNvPr>
          <p:cNvCxnSpPr>
            <a:cxnSpLocks/>
          </p:cNvCxnSpPr>
          <p:nvPr/>
        </p:nvCxnSpPr>
        <p:spPr>
          <a:xfrm>
            <a:off x="7502014" y="5799096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A650C7-633A-A48D-8561-3815DFB6C89B}"/>
              </a:ext>
            </a:extLst>
          </p:cNvPr>
          <p:cNvCxnSpPr>
            <a:cxnSpLocks/>
          </p:cNvCxnSpPr>
          <p:nvPr/>
        </p:nvCxnSpPr>
        <p:spPr>
          <a:xfrm rot="16200000">
            <a:off x="4252451" y="5269478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51D1E2E-5B26-0705-688A-EA200B7E0CF4}"/>
                  </a:ext>
                </a:extLst>
              </p:cNvPr>
              <p:cNvSpPr txBox="1"/>
              <p:nvPr/>
            </p:nvSpPr>
            <p:spPr>
              <a:xfrm>
                <a:off x="6957008" y="6009357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51D1E2E-5B26-0705-688A-EA200B7E0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008" y="6009357"/>
                <a:ext cx="109620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8B7E47-7BC1-3120-9D38-7CF28A47E443}"/>
                  </a:ext>
                </a:extLst>
              </p:cNvPr>
              <p:cNvSpPr txBox="1"/>
              <p:nvPr/>
            </p:nvSpPr>
            <p:spPr>
              <a:xfrm>
                <a:off x="4313951" y="6009357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8B7E47-7BC1-3120-9D38-7CF28A47E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3951" y="6009357"/>
                <a:ext cx="109620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9897A0-6C17-D35F-6193-CFFC8333B39F}"/>
              </a:ext>
            </a:extLst>
          </p:cNvPr>
          <p:cNvCxnSpPr>
            <a:cxnSpLocks/>
          </p:cNvCxnSpPr>
          <p:nvPr/>
        </p:nvCxnSpPr>
        <p:spPr>
          <a:xfrm flipH="1">
            <a:off x="4852218" y="5038246"/>
            <a:ext cx="12248" cy="315386"/>
          </a:xfrm>
          <a:prstGeom prst="line">
            <a:avLst/>
          </a:prstGeom>
          <a:ln w="38100">
            <a:solidFill>
              <a:srgbClr val="191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E84A176-E499-CBB7-7251-960D679F3FD4}"/>
              </a:ext>
            </a:extLst>
          </p:cNvPr>
          <p:cNvCxnSpPr>
            <a:cxnSpLocks/>
          </p:cNvCxnSpPr>
          <p:nvPr/>
        </p:nvCxnSpPr>
        <p:spPr>
          <a:xfrm flipH="1">
            <a:off x="4871885" y="4561382"/>
            <a:ext cx="2630129" cy="486696"/>
          </a:xfrm>
          <a:prstGeom prst="line">
            <a:avLst/>
          </a:prstGeom>
          <a:ln w="38100">
            <a:solidFill>
              <a:srgbClr val="191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1BA92B8-B296-293E-44EF-CC9AD51C92D8}"/>
              </a:ext>
            </a:extLst>
          </p:cNvPr>
          <p:cNvCxnSpPr>
            <a:cxnSpLocks/>
          </p:cNvCxnSpPr>
          <p:nvPr/>
        </p:nvCxnSpPr>
        <p:spPr>
          <a:xfrm>
            <a:off x="7502014" y="4561382"/>
            <a:ext cx="0" cy="792250"/>
          </a:xfrm>
          <a:prstGeom prst="line">
            <a:avLst/>
          </a:prstGeom>
          <a:ln w="38100">
            <a:solidFill>
              <a:srgbClr val="191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7151BC7F-9A72-1954-CD4F-8F9F82352EE5}"/>
              </a:ext>
            </a:extLst>
          </p:cNvPr>
          <p:cNvSpPr/>
          <p:nvPr/>
        </p:nvSpPr>
        <p:spPr>
          <a:xfrm flipH="1">
            <a:off x="4852218" y="4590876"/>
            <a:ext cx="2630129" cy="482373"/>
          </a:xfrm>
          <a:prstGeom prst="rtTriangle">
            <a:avLst/>
          </a:prstGeom>
          <a:solidFill>
            <a:srgbClr val="DDDB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BF6B46-31E2-7612-80F6-D25D5F8BF8F6}"/>
              </a:ext>
            </a:extLst>
          </p:cNvPr>
          <p:cNvSpPr/>
          <p:nvPr/>
        </p:nvSpPr>
        <p:spPr>
          <a:xfrm>
            <a:off x="4871885" y="5073246"/>
            <a:ext cx="2610460" cy="280386"/>
          </a:xfrm>
          <a:prstGeom prst="rect">
            <a:avLst/>
          </a:prstGeom>
          <a:solidFill>
            <a:srgbClr val="DDDB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03D8AB2-5045-53D0-AD87-2DA42B1294CB}"/>
              </a:ext>
            </a:extLst>
          </p:cNvPr>
          <p:cNvCxnSpPr>
            <a:cxnSpLocks/>
          </p:cNvCxnSpPr>
          <p:nvPr/>
        </p:nvCxnSpPr>
        <p:spPr>
          <a:xfrm>
            <a:off x="4896468" y="5785675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3E882B9-AD82-7C4F-A559-5BF80C129576}"/>
                  </a:ext>
                </a:extLst>
              </p:cNvPr>
              <p:cNvSpPr txBox="1"/>
              <p:nvPr/>
            </p:nvSpPr>
            <p:spPr>
              <a:xfrm>
                <a:off x="3194417" y="5198464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3E882B9-AD82-7C4F-A559-5BF80C129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417" y="5198464"/>
                <a:ext cx="1096203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39F39C4-C5C5-9C4B-087E-13852DA335E0}"/>
              </a:ext>
            </a:extLst>
          </p:cNvPr>
          <p:cNvCxnSpPr>
            <a:cxnSpLocks/>
          </p:cNvCxnSpPr>
          <p:nvPr/>
        </p:nvCxnSpPr>
        <p:spPr>
          <a:xfrm rot="16200000">
            <a:off x="4249506" y="4946784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31158E3-7B8D-2BA2-1EB5-450A59C809B6}"/>
                  </a:ext>
                </a:extLst>
              </p:cNvPr>
              <p:cNvSpPr txBox="1"/>
              <p:nvPr/>
            </p:nvSpPr>
            <p:spPr>
              <a:xfrm>
                <a:off x="3171808" y="4836439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31158E3-7B8D-2BA2-1EB5-450A59C80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808" y="4836439"/>
                <a:ext cx="1096203" cy="369332"/>
              </a:xfrm>
              <a:prstGeom prst="rect">
                <a:avLst/>
              </a:prstGeom>
              <a:blipFill>
                <a:blip r:embed="rId10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3C2CD4F-8006-AAA5-FBEB-13A6B9DEE545}"/>
              </a:ext>
            </a:extLst>
          </p:cNvPr>
          <p:cNvCxnSpPr>
            <a:cxnSpLocks/>
          </p:cNvCxnSpPr>
          <p:nvPr/>
        </p:nvCxnSpPr>
        <p:spPr>
          <a:xfrm flipH="1" flipV="1">
            <a:off x="4862053" y="5363464"/>
            <a:ext cx="2639961" cy="9832"/>
          </a:xfrm>
          <a:prstGeom prst="line">
            <a:avLst/>
          </a:prstGeom>
          <a:ln w="38100">
            <a:solidFill>
              <a:srgbClr val="883A3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F8AABFD-F3E5-E7F6-346D-BAF63D75C054}"/>
              </a:ext>
            </a:extLst>
          </p:cNvPr>
          <p:cNvCxnSpPr>
            <a:cxnSpLocks/>
          </p:cNvCxnSpPr>
          <p:nvPr/>
        </p:nvCxnSpPr>
        <p:spPr>
          <a:xfrm rot="16200000">
            <a:off x="4256116" y="4597102"/>
            <a:ext cx="0" cy="202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6B673BE-D708-9CB8-C50D-0E839C855D6E}"/>
                  </a:ext>
                </a:extLst>
              </p:cNvPr>
              <p:cNvSpPr txBox="1"/>
              <p:nvPr/>
            </p:nvSpPr>
            <p:spPr>
              <a:xfrm>
                <a:off x="3198082" y="4486757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6B673BE-D708-9CB8-C50D-0E839C855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8082" y="4486757"/>
                <a:ext cx="1096203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FEB638C-06BC-E373-5C7E-1A6BB9FD44A3}"/>
                  </a:ext>
                </a:extLst>
              </p:cNvPr>
              <p:cNvSpPr txBox="1"/>
              <p:nvPr/>
            </p:nvSpPr>
            <p:spPr>
              <a:xfrm rot="20972152">
                <a:off x="5281258" y="4114154"/>
                <a:ext cx="1633857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FEB638C-06BC-E373-5C7E-1A6BB9FD4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72152">
                <a:off x="5281258" y="4114154"/>
                <a:ext cx="1633857" cy="61093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B7F5A07A-9CA1-08E5-C5C0-B49503CF34E1}"/>
              </a:ext>
            </a:extLst>
          </p:cNvPr>
          <p:cNvSpPr txBox="1"/>
          <p:nvPr/>
        </p:nvSpPr>
        <p:spPr>
          <a:xfrm>
            <a:off x="0" y="6473252"/>
            <a:ext cx="5329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In this example, the axis of rotation is the x-axis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C85AA72-159E-57BF-2343-E18CCA3789B3}"/>
              </a:ext>
            </a:extLst>
          </p:cNvPr>
          <p:cNvCxnSpPr>
            <a:cxnSpLocks/>
          </p:cNvCxnSpPr>
          <p:nvPr/>
        </p:nvCxnSpPr>
        <p:spPr>
          <a:xfrm flipV="1">
            <a:off x="6096000" y="5370786"/>
            <a:ext cx="0" cy="4454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2EF682B-A821-D697-3EE3-EFF8B3ADE1C6}"/>
              </a:ext>
            </a:extLst>
          </p:cNvPr>
          <p:cNvCxnSpPr>
            <a:cxnSpLocks/>
          </p:cNvCxnSpPr>
          <p:nvPr/>
        </p:nvCxnSpPr>
        <p:spPr>
          <a:xfrm flipV="1">
            <a:off x="5915709" y="4880144"/>
            <a:ext cx="0" cy="91895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302E272-41CD-0F1F-25A6-40077556104E}"/>
                  </a:ext>
                </a:extLst>
              </p:cNvPr>
              <p:cNvSpPr txBox="1"/>
              <p:nvPr/>
            </p:nvSpPr>
            <p:spPr>
              <a:xfrm>
                <a:off x="5908290" y="4813858"/>
                <a:ext cx="4908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302E272-41CD-0F1F-25A6-400775561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290" y="4813858"/>
                <a:ext cx="490842" cy="461665"/>
              </a:xfrm>
              <a:prstGeom prst="rect">
                <a:avLst/>
              </a:prstGeom>
              <a:blipFill>
                <a:blip r:embed="rId1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F4E1BF7-DB8F-E728-CC6C-2DEE0767E0FF}"/>
                  </a:ext>
                </a:extLst>
              </p:cNvPr>
              <p:cNvSpPr txBox="1"/>
              <p:nvPr/>
            </p:nvSpPr>
            <p:spPr>
              <a:xfrm>
                <a:off x="6101241" y="5339737"/>
                <a:ext cx="4908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F4E1BF7-DB8F-E728-CC6C-2DEE0767E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1241" y="5339737"/>
                <a:ext cx="490842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7082038-4AE5-2479-5790-2CE473232EA6}"/>
                  </a:ext>
                </a:extLst>
              </p:cNvPr>
              <p:cNvSpPr txBox="1"/>
              <p:nvPr/>
            </p:nvSpPr>
            <p:spPr>
              <a:xfrm>
                <a:off x="9288409" y="4826134"/>
                <a:ext cx="2538055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7082038-4AE5-2479-5790-2CE473232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8409" y="4826134"/>
                <a:ext cx="2538055" cy="78380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6B510C-C651-D06C-B45E-DDDE26F906A4}"/>
                  </a:ext>
                </a:extLst>
              </p:cNvPr>
              <p:cNvSpPr txBox="1"/>
              <p:nvPr/>
            </p:nvSpPr>
            <p:spPr>
              <a:xfrm>
                <a:off x="9358972" y="4280815"/>
                <a:ext cx="2538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6B510C-C651-D06C-B45E-DDDE26F90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8972" y="4280815"/>
                <a:ext cx="2538055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81B3EA0-1D58-9EE2-E8CD-9C9C490F05D8}"/>
              </a:ext>
            </a:extLst>
          </p:cNvPr>
          <p:cNvSpPr/>
          <p:nvPr/>
        </p:nvSpPr>
        <p:spPr>
          <a:xfrm>
            <a:off x="7875155" y="5709057"/>
            <a:ext cx="294968" cy="471985"/>
          </a:xfrm>
          <a:custGeom>
            <a:avLst/>
            <a:gdLst>
              <a:gd name="csX0" fmla="*/ 275303 w 294968"/>
              <a:gd name="csY0" fmla="*/ 98359 h 471985"/>
              <a:gd name="csX1" fmla="*/ 186813 w 294968"/>
              <a:gd name="csY1" fmla="*/ 37 h 471985"/>
              <a:gd name="csX2" fmla="*/ 68826 w 294968"/>
              <a:gd name="csY2" fmla="*/ 59030 h 471985"/>
              <a:gd name="csX3" fmla="*/ 0 w 294968"/>
              <a:gd name="csY3" fmla="*/ 186850 h 471985"/>
              <a:gd name="csX4" fmla="*/ 68826 w 294968"/>
              <a:gd name="csY4" fmla="*/ 383495 h 471985"/>
              <a:gd name="csX5" fmla="*/ 147484 w 294968"/>
              <a:gd name="csY5" fmla="*/ 462153 h 471985"/>
              <a:gd name="csX6" fmla="*/ 216310 w 294968"/>
              <a:gd name="csY6" fmla="*/ 471985 h 471985"/>
              <a:gd name="csX7" fmla="*/ 265471 w 294968"/>
              <a:gd name="csY7" fmla="*/ 452321 h 471985"/>
              <a:gd name="csX8" fmla="*/ 294968 w 294968"/>
              <a:gd name="csY8" fmla="*/ 422824 h 4719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94968" h="471985">
                <a:moveTo>
                  <a:pt x="275303" y="98359"/>
                </a:moveTo>
                <a:cubicBezTo>
                  <a:pt x="261026" y="74564"/>
                  <a:pt x="222461" y="-1943"/>
                  <a:pt x="186813" y="37"/>
                </a:cubicBezTo>
                <a:cubicBezTo>
                  <a:pt x="142910" y="2476"/>
                  <a:pt x="108155" y="39366"/>
                  <a:pt x="68826" y="59030"/>
                </a:cubicBezTo>
                <a:cubicBezTo>
                  <a:pt x="33029" y="101986"/>
                  <a:pt x="0" y="125446"/>
                  <a:pt x="0" y="186850"/>
                </a:cubicBezTo>
                <a:cubicBezTo>
                  <a:pt x="0" y="307199"/>
                  <a:pt x="2851" y="312445"/>
                  <a:pt x="68826" y="383495"/>
                </a:cubicBezTo>
                <a:cubicBezTo>
                  <a:pt x="94057" y="410667"/>
                  <a:pt x="115688" y="443076"/>
                  <a:pt x="147484" y="462153"/>
                </a:cubicBezTo>
                <a:cubicBezTo>
                  <a:pt x="167356" y="474076"/>
                  <a:pt x="193368" y="468708"/>
                  <a:pt x="216310" y="471985"/>
                </a:cubicBezTo>
                <a:cubicBezTo>
                  <a:pt x="232697" y="465430"/>
                  <a:pt x="251109" y="462579"/>
                  <a:pt x="265471" y="452321"/>
                </a:cubicBezTo>
                <a:cubicBezTo>
                  <a:pt x="310585" y="420097"/>
                  <a:pt x="266763" y="422824"/>
                  <a:pt x="294968" y="42282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5E7FE29-7C56-29D2-4BBB-0AFF2DE6B8FD}"/>
              </a:ext>
            </a:extLst>
          </p:cNvPr>
          <p:cNvCxnSpPr>
            <a:cxnSpLocks/>
            <a:stCxn id="31" idx="8"/>
          </p:cNvCxnSpPr>
          <p:nvPr/>
        </p:nvCxnSpPr>
        <p:spPr>
          <a:xfrm flipV="1">
            <a:off x="8170123" y="6000995"/>
            <a:ext cx="169299" cy="130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760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68AE7-E3BE-1CB3-91A4-00E7D13D3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D437746-B2EC-61B2-6602-B0E960DE4314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9BF56B-A2F4-08C0-BAD8-10C549B2845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4E47E5-5B2B-F3B4-70EF-FFC75CD3B928}"/>
              </a:ext>
            </a:extLst>
          </p:cNvPr>
          <p:cNvSpPr txBox="1"/>
          <p:nvPr/>
        </p:nvSpPr>
        <p:spPr>
          <a:xfrm>
            <a:off x="3987665" y="395158"/>
            <a:ext cx="50734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Washer Method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4454668-0C4D-A15C-E61E-B624B703C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16" y="2930013"/>
            <a:ext cx="5744377" cy="37057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FC013B9-1BDB-8A1A-7FC9-BFB6C875BE6A}"/>
                  </a:ext>
                </a:extLst>
              </p:cNvPr>
              <p:cNvSpPr txBox="1"/>
              <p:nvPr/>
            </p:nvSpPr>
            <p:spPr>
              <a:xfrm>
                <a:off x="97604" y="4258029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FC013B9-1BDB-8A1A-7FC9-BFB6C875B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04" y="4258029"/>
                <a:ext cx="1096203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7D30362-9E3E-F945-5DC3-0809F55F8A06}"/>
                  </a:ext>
                </a:extLst>
              </p:cNvPr>
              <p:cNvSpPr txBox="1"/>
              <p:nvPr/>
            </p:nvSpPr>
            <p:spPr>
              <a:xfrm>
                <a:off x="166428" y="3834722"/>
                <a:ext cx="9151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7D30362-9E3E-F945-5DC3-0809F55F8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28" y="3834722"/>
                <a:ext cx="915119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B5380AD-9D1C-4AB8-7645-9CF985665BFE}"/>
                  </a:ext>
                </a:extLst>
              </p:cNvPr>
              <p:cNvSpPr txBox="1"/>
              <p:nvPr/>
            </p:nvSpPr>
            <p:spPr>
              <a:xfrm>
                <a:off x="166428" y="3386551"/>
                <a:ext cx="9151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B5380AD-9D1C-4AB8-7645-9CF985665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28" y="3386551"/>
                <a:ext cx="915119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Oval 39">
            <a:extLst>
              <a:ext uri="{FF2B5EF4-FFF2-40B4-BE49-F238E27FC236}">
                <a16:creationId xmlns:a16="http://schemas.microsoft.com/office/drawing/2014/main" id="{19E66B80-5B8B-62FC-F34A-402222B1740A}"/>
              </a:ext>
            </a:extLst>
          </p:cNvPr>
          <p:cNvSpPr/>
          <p:nvPr/>
        </p:nvSpPr>
        <p:spPr>
          <a:xfrm>
            <a:off x="5943115" y="3913200"/>
            <a:ext cx="1963239" cy="2005781"/>
          </a:xfrm>
          <a:prstGeom prst="ellipse">
            <a:avLst/>
          </a:prstGeom>
          <a:solidFill>
            <a:srgbClr val="CDCC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D2FB526-E8F0-70D5-04B4-B1274AD722C5}"/>
              </a:ext>
            </a:extLst>
          </p:cNvPr>
          <p:cNvSpPr/>
          <p:nvPr/>
        </p:nvSpPr>
        <p:spPr>
          <a:xfrm>
            <a:off x="6536816" y="4523501"/>
            <a:ext cx="778392" cy="7760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45D211-4754-CAF0-3544-5E6C9A528CEE}"/>
              </a:ext>
            </a:extLst>
          </p:cNvPr>
          <p:cNvSpPr txBox="1"/>
          <p:nvPr/>
        </p:nvSpPr>
        <p:spPr>
          <a:xfrm>
            <a:off x="-312693" y="1793865"/>
            <a:ext cx="116168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To compute the cross-sectional area, we subtract area of the circle formed by the </a:t>
            </a:r>
            <a:r>
              <a:rPr lang="en-US" sz="2400" b="1" dirty="0">
                <a:solidFill>
                  <a:srgbClr val="FF0000"/>
                </a:solidFill>
              </a:rPr>
              <a:t>inner radius </a:t>
            </a:r>
            <a:r>
              <a:rPr lang="en-US" sz="2400" dirty="0"/>
              <a:t>from the area of the circle formed by the </a:t>
            </a:r>
            <a:r>
              <a:rPr lang="en-US" sz="2400" b="1" dirty="0">
                <a:solidFill>
                  <a:srgbClr val="00B0F0"/>
                </a:solidFill>
              </a:rPr>
              <a:t>outer radius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40E108E-B5F5-7D3B-8DE5-D56741F425A5}"/>
              </a:ext>
            </a:extLst>
          </p:cNvPr>
          <p:cNvCxnSpPr>
            <a:cxnSpLocks/>
          </p:cNvCxnSpPr>
          <p:nvPr/>
        </p:nvCxnSpPr>
        <p:spPr>
          <a:xfrm flipV="1">
            <a:off x="6956391" y="4530656"/>
            <a:ext cx="0" cy="41497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6779912-8692-1A28-5344-CB4FC4D10469}"/>
              </a:ext>
            </a:extLst>
          </p:cNvPr>
          <p:cNvCxnSpPr>
            <a:cxnSpLocks/>
          </p:cNvCxnSpPr>
          <p:nvPr/>
        </p:nvCxnSpPr>
        <p:spPr>
          <a:xfrm flipV="1">
            <a:off x="6884255" y="3907439"/>
            <a:ext cx="0" cy="1038188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4FCD0CE-D82A-B39D-D3D5-5CB218D8636F}"/>
                  </a:ext>
                </a:extLst>
              </p:cNvPr>
              <p:cNvSpPr txBox="1"/>
              <p:nvPr/>
            </p:nvSpPr>
            <p:spPr>
              <a:xfrm>
                <a:off x="6884255" y="3987518"/>
                <a:ext cx="4908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4FCD0CE-D82A-B39D-D3D5-5CB218D86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4255" y="3987518"/>
                <a:ext cx="49084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84C2E02-38ED-7A40-1079-6D563FB436A8}"/>
                  </a:ext>
                </a:extLst>
              </p:cNvPr>
              <p:cNvSpPr txBox="1"/>
              <p:nvPr/>
            </p:nvSpPr>
            <p:spPr>
              <a:xfrm>
                <a:off x="6891675" y="4562826"/>
                <a:ext cx="4908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84C2E02-38ED-7A40-1079-6D563FB43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675" y="4562826"/>
                <a:ext cx="490842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9C019B3B-649A-D044-9750-2594994EF1B5}"/>
              </a:ext>
            </a:extLst>
          </p:cNvPr>
          <p:cNvSpPr txBox="1"/>
          <p:nvPr/>
        </p:nvSpPr>
        <p:spPr>
          <a:xfrm>
            <a:off x="7913773" y="4357546"/>
            <a:ext cx="76631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/>
              <a:t>=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7C7111B-2C71-A411-FEE0-BBF13A8039C2}"/>
              </a:ext>
            </a:extLst>
          </p:cNvPr>
          <p:cNvSpPr/>
          <p:nvPr/>
        </p:nvSpPr>
        <p:spPr>
          <a:xfrm>
            <a:off x="11112989" y="4504043"/>
            <a:ext cx="778392" cy="776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5E2148E-54E6-9D6B-1D60-E4ABB1110EE2}"/>
              </a:ext>
            </a:extLst>
          </p:cNvPr>
          <p:cNvSpPr/>
          <p:nvPr/>
        </p:nvSpPr>
        <p:spPr>
          <a:xfrm>
            <a:off x="8534957" y="3907439"/>
            <a:ext cx="1963239" cy="2005781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23D608-6178-34BE-9DB1-2D5A43DA9FC2}"/>
              </a:ext>
            </a:extLst>
          </p:cNvPr>
          <p:cNvSpPr txBox="1"/>
          <p:nvPr/>
        </p:nvSpPr>
        <p:spPr>
          <a:xfrm>
            <a:off x="10578243" y="4284997"/>
            <a:ext cx="76631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/>
              <a:t>-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C9C0D2-B842-E88E-55DF-4817A6E15DC1}"/>
              </a:ext>
            </a:extLst>
          </p:cNvPr>
          <p:cNvSpPr txBox="1"/>
          <p:nvPr/>
        </p:nvSpPr>
        <p:spPr>
          <a:xfrm>
            <a:off x="5401408" y="5989230"/>
            <a:ext cx="31099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Cross-Sectional Area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B86B3E1-7084-D1E8-D387-8644D85EA9EA}"/>
              </a:ext>
            </a:extLst>
          </p:cNvPr>
          <p:cNvCxnSpPr>
            <a:cxnSpLocks/>
          </p:cNvCxnSpPr>
          <p:nvPr/>
        </p:nvCxnSpPr>
        <p:spPr>
          <a:xfrm>
            <a:off x="2884939" y="5798762"/>
            <a:ext cx="3397874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664B0AE-9629-33D6-683B-0CC76E25FAB1}"/>
                  </a:ext>
                </a:extLst>
              </p:cNvPr>
              <p:cNvSpPr txBox="1"/>
              <p:nvPr/>
            </p:nvSpPr>
            <p:spPr>
              <a:xfrm>
                <a:off x="9248402" y="5958452"/>
                <a:ext cx="5363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664B0AE-9629-33D6-683B-0CC76E25F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8402" y="5958452"/>
                <a:ext cx="536348" cy="523220"/>
              </a:xfrm>
              <a:prstGeom prst="rect">
                <a:avLst/>
              </a:prstGeom>
              <a:blipFill>
                <a:blip r:embed="rId9"/>
                <a:stretch>
                  <a:fillRect r="-60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6C50378-FB81-9AD3-9287-8C72D95F7440}"/>
                  </a:ext>
                </a:extLst>
              </p:cNvPr>
              <p:cNvSpPr txBox="1"/>
              <p:nvPr/>
            </p:nvSpPr>
            <p:spPr>
              <a:xfrm>
                <a:off x="11155041" y="5989230"/>
                <a:ext cx="5363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6C50378-FB81-9AD3-9287-8C72D95F7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5041" y="5989230"/>
                <a:ext cx="536348" cy="523220"/>
              </a:xfrm>
              <a:prstGeom prst="rect">
                <a:avLst/>
              </a:prstGeom>
              <a:blipFill>
                <a:blip r:embed="rId10"/>
                <a:stretch>
                  <a:fillRect r="-44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3844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1A08F-A381-005A-AC0C-7085EA901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75F408-5398-2315-5F99-E4B579ADD1C3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90149F-AE15-5193-E9C9-D45FD3C9EE4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B62430-4F70-283E-3561-3921D513CA2D}"/>
              </a:ext>
            </a:extLst>
          </p:cNvPr>
          <p:cNvSpPr txBox="1"/>
          <p:nvPr/>
        </p:nvSpPr>
        <p:spPr>
          <a:xfrm>
            <a:off x="3987665" y="395158"/>
            <a:ext cx="50734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Washer Method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4ED3456-94A5-3B40-00F8-51E097041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16" y="2930013"/>
            <a:ext cx="5744377" cy="37057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6ED0D90-9E47-C3CF-F80D-CCDB6529843B}"/>
                  </a:ext>
                </a:extLst>
              </p:cNvPr>
              <p:cNvSpPr txBox="1"/>
              <p:nvPr/>
            </p:nvSpPr>
            <p:spPr>
              <a:xfrm>
                <a:off x="97604" y="4258029"/>
                <a:ext cx="10962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6ED0D90-9E47-C3CF-F80D-CCDB65298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04" y="4258029"/>
                <a:ext cx="1096203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E11E448-AFFB-5C45-2F75-446B257557A2}"/>
                  </a:ext>
                </a:extLst>
              </p:cNvPr>
              <p:cNvSpPr txBox="1"/>
              <p:nvPr/>
            </p:nvSpPr>
            <p:spPr>
              <a:xfrm>
                <a:off x="166428" y="3834722"/>
                <a:ext cx="9151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E11E448-AFFB-5C45-2F75-446B25755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28" y="3834722"/>
                <a:ext cx="915119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A3E2E8B-0B95-B412-FD59-87BA375928CA}"/>
                  </a:ext>
                </a:extLst>
              </p:cNvPr>
              <p:cNvSpPr txBox="1"/>
              <p:nvPr/>
            </p:nvSpPr>
            <p:spPr>
              <a:xfrm>
                <a:off x="166428" y="3386551"/>
                <a:ext cx="9151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A3E2E8B-0B95-B412-FD59-87BA37592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28" y="3386551"/>
                <a:ext cx="915119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CD6060F2-6032-44B6-FB93-DDF3F11561CC}"/>
              </a:ext>
            </a:extLst>
          </p:cNvPr>
          <p:cNvSpPr txBox="1"/>
          <p:nvPr/>
        </p:nvSpPr>
        <p:spPr>
          <a:xfrm>
            <a:off x="-312693" y="1793865"/>
            <a:ext cx="116168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To compute the cross-sectional area, we subtract area of the circle formed by the </a:t>
            </a:r>
            <a:r>
              <a:rPr lang="en-US" sz="2400" b="1" dirty="0">
                <a:solidFill>
                  <a:srgbClr val="FF0000"/>
                </a:solidFill>
              </a:rPr>
              <a:t>inner radius </a:t>
            </a:r>
            <a:r>
              <a:rPr lang="en-US" sz="2400" dirty="0"/>
              <a:t>from the area of the circle formed by the </a:t>
            </a:r>
            <a:r>
              <a:rPr lang="en-US" sz="2400" b="1" dirty="0">
                <a:solidFill>
                  <a:srgbClr val="00B0F0"/>
                </a:solidFill>
              </a:rPr>
              <a:t>outer radius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2806718-E4D4-EA9C-1246-7F97EBCD9B5B}"/>
                  </a:ext>
                </a:extLst>
              </p:cNvPr>
              <p:cNvSpPr txBox="1"/>
              <p:nvPr/>
            </p:nvSpPr>
            <p:spPr>
              <a:xfrm>
                <a:off x="7142216" y="2912260"/>
                <a:ext cx="4644038" cy="6748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Volume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2806718-E4D4-EA9C-1246-7F97EBCD9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216" y="2912260"/>
                <a:ext cx="4644038" cy="674800"/>
              </a:xfrm>
              <a:prstGeom prst="rect">
                <a:avLst/>
              </a:prstGeom>
              <a:blipFill>
                <a:blip r:embed="rId7"/>
                <a:stretch>
                  <a:fillRect l="-2760" b="-1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284A7F-4916-228E-438F-3652A99A8F4B}"/>
                  </a:ext>
                </a:extLst>
              </p:cNvPr>
              <p:cNvSpPr txBox="1"/>
              <p:nvPr/>
            </p:nvSpPr>
            <p:spPr>
              <a:xfrm>
                <a:off x="6096000" y="3757778"/>
                <a:ext cx="55413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284A7F-4916-228E-438F-3652A99A8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757778"/>
                <a:ext cx="554139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830737-D2AF-99C3-C2DB-966BD0A69057}"/>
                  </a:ext>
                </a:extLst>
              </p:cNvPr>
              <p:cNvSpPr txBox="1"/>
              <p:nvPr/>
            </p:nvSpPr>
            <p:spPr>
              <a:xfrm>
                <a:off x="5448875" y="5413914"/>
                <a:ext cx="6651354" cy="811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dirty="0"/>
                  <a:t>Volume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20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l-G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n-US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−(</m:t>
                        </m:r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1)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)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830737-D2AF-99C3-C2DB-966BD0A69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875" y="5413914"/>
                <a:ext cx="6651354" cy="811441"/>
              </a:xfrm>
              <a:prstGeom prst="rect">
                <a:avLst/>
              </a:prstGeom>
              <a:blipFill>
                <a:blip r:embed="rId9"/>
                <a:stretch>
                  <a:fillRect l="-2383" b="-12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E9D35C-C7C4-A36C-0C55-DDC2903AD8C2}"/>
                  </a:ext>
                </a:extLst>
              </p:cNvPr>
              <p:cNvSpPr txBox="1"/>
              <p:nvPr/>
            </p:nvSpPr>
            <p:spPr>
              <a:xfrm>
                <a:off x="6582205" y="4324959"/>
                <a:ext cx="2538055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E9D35C-C7C4-A36C-0C55-DDC2903AD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205" y="4324959"/>
                <a:ext cx="2538055" cy="7838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C26725-A1E0-8D44-9B25-82344A09BCF0}"/>
                  </a:ext>
                </a:extLst>
              </p:cNvPr>
              <p:cNvSpPr txBox="1"/>
              <p:nvPr/>
            </p:nvSpPr>
            <p:spPr>
              <a:xfrm>
                <a:off x="8977811" y="4552051"/>
                <a:ext cx="25380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C26725-A1E0-8D44-9B25-82344A09B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7811" y="4552051"/>
                <a:ext cx="2538055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3152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</TotalTime>
  <Words>489</Words>
  <Application>Microsoft Office PowerPoint</Application>
  <PresentationFormat>Widescreen</PresentationFormat>
  <Paragraphs>93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Jacob Wyngaard</cp:lastModifiedBy>
  <cp:revision>6</cp:revision>
  <cp:lastPrinted>2025-08-21T02:00:35Z</cp:lastPrinted>
  <dcterms:created xsi:type="dcterms:W3CDTF">2025-08-20T23:47:39Z</dcterms:created>
  <dcterms:modified xsi:type="dcterms:W3CDTF">2026-01-25T03:58:16Z</dcterms:modified>
</cp:coreProperties>
</file>