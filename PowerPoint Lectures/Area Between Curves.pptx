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B0E"/>
    <a:srgbClr val="D5D668"/>
    <a:srgbClr val="064EA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7609E9-3BB9-4D58-B6AF-477A07BC73AB}" v="381" dt="2026-01-21T03:27:01.7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">
      <pc:chgData name="Jacob Wyngaard" userId="6181fcd471e98458" providerId="LiveId" clId="{788BA123-62C9-4DDC-86E5-A6BCA4600216}" dt="2026-01-21T03:27:50.709" v="1241" actId="47"/>
      <pc:docMkLst>
        <pc:docMk/>
      </pc:docMkLst>
      <pc:sldChg chg="modSp mod">
        <pc:chgData name="Jacob Wyngaard" userId="6181fcd471e98458" providerId="LiveId" clId="{788BA123-62C9-4DDC-86E5-A6BCA4600216}" dt="2026-01-21T02:51:24.495" v="20" actId="1076"/>
        <pc:sldMkLst>
          <pc:docMk/>
          <pc:sldMk cId="1116112418" sldId="256"/>
        </pc:sldMkLst>
        <pc:spChg chg="mod">
          <ac:chgData name="Jacob Wyngaard" userId="6181fcd471e98458" providerId="LiveId" clId="{788BA123-62C9-4DDC-86E5-A6BCA4600216}" dt="2026-01-21T02:51:24.495" v="20" actId="1076"/>
          <ac:spMkLst>
            <pc:docMk/>
            <pc:sldMk cId="1116112418" sldId="256"/>
            <ac:spMk id="2" creationId="{671C48F4-EC8B-9D87-E495-936CA1EC5A08}"/>
          </ac:spMkLst>
        </pc:spChg>
      </pc:sldChg>
      <pc:sldChg chg="addSp modSp del mod">
        <pc:chgData name="Jacob Wyngaard" userId="6181fcd471e98458" providerId="LiveId" clId="{788BA123-62C9-4DDC-86E5-A6BCA4600216}" dt="2026-01-21T03:01:28.078" v="243" actId="47"/>
        <pc:sldMkLst>
          <pc:docMk/>
          <pc:sldMk cId="1388335378" sldId="259"/>
        </pc:sldMkLst>
        <pc:spChg chg="mod">
          <ac:chgData name="Jacob Wyngaard" userId="6181fcd471e98458" providerId="LiveId" clId="{788BA123-62C9-4DDC-86E5-A6BCA4600216}" dt="2026-01-21T02:53:02.269" v="50" actId="20577"/>
          <ac:spMkLst>
            <pc:docMk/>
            <pc:sldMk cId="1388335378" sldId="259"/>
            <ac:spMk id="3" creationId="{71059FC0-8796-1ECD-C623-A630EE4D1B17}"/>
          </ac:spMkLst>
        </pc:spChg>
        <pc:spChg chg="add mod">
          <ac:chgData name="Jacob Wyngaard" userId="6181fcd471e98458" providerId="LiveId" clId="{788BA123-62C9-4DDC-86E5-A6BCA4600216}" dt="2026-01-21T02:54:51.661" v="94" actId="1076"/>
          <ac:spMkLst>
            <pc:docMk/>
            <pc:sldMk cId="1388335378" sldId="259"/>
            <ac:spMk id="5" creationId="{F12BAA13-E7CE-8E8D-0B2B-5D53E9A34707}"/>
          </ac:spMkLst>
        </pc:spChg>
        <pc:picChg chg="add mod modCrop">
          <ac:chgData name="Jacob Wyngaard" userId="6181fcd471e98458" providerId="LiveId" clId="{788BA123-62C9-4DDC-86E5-A6BCA4600216}" dt="2026-01-21T02:54:39.048" v="85" actId="1076"/>
          <ac:picMkLst>
            <pc:docMk/>
            <pc:sldMk cId="1388335378" sldId="259"/>
            <ac:picMk id="2" creationId="{A7691E83-613A-62E3-F9EE-8B249A99A23B}"/>
          </ac:picMkLst>
        </pc:picChg>
      </pc:sldChg>
      <pc:sldChg chg="add del">
        <pc:chgData name="Jacob Wyngaard" userId="6181fcd471e98458" providerId="LiveId" clId="{788BA123-62C9-4DDC-86E5-A6BCA4600216}" dt="2026-01-21T03:25:28.567" v="1186" actId="47"/>
        <pc:sldMkLst>
          <pc:docMk/>
          <pc:sldMk cId="1526671245" sldId="282"/>
        </pc:sldMkLst>
      </pc:sldChg>
      <pc:sldChg chg="addSp delSp modSp add mod">
        <pc:chgData name="Jacob Wyngaard" userId="6181fcd471e98458" providerId="LiveId" clId="{788BA123-62C9-4DDC-86E5-A6BCA4600216}" dt="2026-01-21T03:01:19.623" v="242" actId="1076"/>
        <pc:sldMkLst>
          <pc:docMk/>
          <pc:sldMk cId="94943546" sldId="283"/>
        </pc:sldMkLst>
        <pc:spChg chg="mod">
          <ac:chgData name="Jacob Wyngaard" userId="6181fcd471e98458" providerId="LiveId" clId="{788BA123-62C9-4DDC-86E5-A6BCA4600216}" dt="2026-01-21T02:57:05.157" v="118" actId="20577"/>
          <ac:spMkLst>
            <pc:docMk/>
            <pc:sldMk cId="94943546" sldId="283"/>
            <ac:spMk id="3" creationId="{C04B7A0F-8996-1BFF-A48C-FCCFDB2B68AC}"/>
          </ac:spMkLst>
        </pc:spChg>
        <pc:spChg chg="del">
          <ac:chgData name="Jacob Wyngaard" userId="6181fcd471e98458" providerId="LiveId" clId="{788BA123-62C9-4DDC-86E5-A6BCA4600216}" dt="2026-01-21T02:55:37.887" v="97" actId="478"/>
          <ac:spMkLst>
            <pc:docMk/>
            <pc:sldMk cId="94943546" sldId="283"/>
            <ac:spMk id="5" creationId="{E070BC69-3A54-1777-129E-4E3896FB08AD}"/>
          </ac:spMkLst>
        </pc:spChg>
        <pc:spChg chg="add mod">
          <ac:chgData name="Jacob Wyngaard" userId="6181fcd471e98458" providerId="LiveId" clId="{788BA123-62C9-4DDC-86E5-A6BCA4600216}" dt="2026-01-21T02:59:58.490" v="219" actId="20577"/>
          <ac:spMkLst>
            <pc:docMk/>
            <pc:sldMk cId="94943546" sldId="283"/>
            <ac:spMk id="11" creationId="{929E6F07-6A6C-6DD9-4F84-6D1165D7778D}"/>
          </ac:spMkLst>
        </pc:spChg>
        <pc:spChg chg="add mod">
          <ac:chgData name="Jacob Wyngaard" userId="6181fcd471e98458" providerId="LiveId" clId="{788BA123-62C9-4DDC-86E5-A6BCA4600216}" dt="2026-01-21T02:59:55.192" v="218" actId="1076"/>
          <ac:spMkLst>
            <pc:docMk/>
            <pc:sldMk cId="94943546" sldId="283"/>
            <ac:spMk id="13" creationId="{3C222ED6-B177-FA0B-EF20-DD4DA0971776}"/>
          </ac:spMkLst>
        </pc:spChg>
        <pc:spChg chg="add mod">
          <ac:chgData name="Jacob Wyngaard" userId="6181fcd471e98458" providerId="LiveId" clId="{788BA123-62C9-4DDC-86E5-A6BCA4600216}" dt="2026-01-21T03:00:09.686" v="221" actId="1076"/>
          <ac:spMkLst>
            <pc:docMk/>
            <pc:sldMk cId="94943546" sldId="283"/>
            <ac:spMk id="14" creationId="{22910830-0AB3-36FC-B166-824D315C13CD}"/>
          </ac:spMkLst>
        </pc:spChg>
        <pc:spChg chg="add mod">
          <ac:chgData name="Jacob Wyngaard" userId="6181fcd471e98458" providerId="LiveId" clId="{788BA123-62C9-4DDC-86E5-A6BCA4600216}" dt="2026-01-21T03:01:19.623" v="242" actId="1076"/>
          <ac:spMkLst>
            <pc:docMk/>
            <pc:sldMk cId="94943546" sldId="283"/>
            <ac:spMk id="15" creationId="{1E46B845-F3D1-D376-20DE-DA644240A1EE}"/>
          </ac:spMkLst>
        </pc:spChg>
        <pc:picChg chg="del">
          <ac:chgData name="Jacob Wyngaard" userId="6181fcd471e98458" providerId="LiveId" clId="{788BA123-62C9-4DDC-86E5-A6BCA4600216}" dt="2026-01-21T02:55:37.175" v="96" actId="478"/>
          <ac:picMkLst>
            <pc:docMk/>
            <pc:sldMk cId="94943546" sldId="283"/>
            <ac:picMk id="2" creationId="{7F12BAC5-B3A0-38A4-3CE1-AC90609C911A}"/>
          </ac:picMkLst>
        </pc:picChg>
        <pc:picChg chg="add del mod">
          <ac:chgData name="Jacob Wyngaard" userId="6181fcd471e98458" providerId="LiveId" clId="{788BA123-62C9-4DDC-86E5-A6BCA4600216}" dt="2026-01-21T02:56:49.823" v="112" actId="478"/>
          <ac:picMkLst>
            <pc:docMk/>
            <pc:sldMk cId="94943546" sldId="283"/>
            <ac:picMk id="4" creationId="{C1DEF0D4-CBF0-D5CD-08DE-57700B13968F}"/>
          </ac:picMkLst>
        </pc:picChg>
        <pc:picChg chg="add del mod modCrop">
          <ac:chgData name="Jacob Wyngaard" userId="6181fcd471e98458" providerId="LiveId" clId="{788BA123-62C9-4DDC-86E5-A6BCA4600216}" dt="2026-01-21T02:56:51.807" v="113" actId="478"/>
          <ac:picMkLst>
            <pc:docMk/>
            <pc:sldMk cId="94943546" sldId="283"/>
            <ac:picMk id="7" creationId="{FF84849F-0B20-F292-D14F-7BCB13FE3438}"/>
          </ac:picMkLst>
        </pc:picChg>
        <pc:picChg chg="add mod">
          <ac:chgData name="Jacob Wyngaard" userId="6181fcd471e98458" providerId="LiveId" clId="{788BA123-62C9-4DDC-86E5-A6BCA4600216}" dt="2026-01-21T02:58:25.148" v="160" actId="1076"/>
          <ac:picMkLst>
            <pc:docMk/>
            <pc:sldMk cId="94943546" sldId="283"/>
            <ac:picMk id="10" creationId="{B3AA3701-F7C4-BB6C-174A-08CCBC9B8B54}"/>
          </ac:picMkLst>
        </pc:picChg>
        <pc:picChg chg="add mod modCrop">
          <ac:chgData name="Jacob Wyngaard" userId="6181fcd471e98458" providerId="LiveId" clId="{788BA123-62C9-4DDC-86E5-A6BCA4600216}" dt="2026-01-21T02:59:15.635" v="172" actId="1076"/>
          <ac:picMkLst>
            <pc:docMk/>
            <pc:sldMk cId="94943546" sldId="283"/>
            <ac:picMk id="12" creationId="{B0C459ED-77B1-EE93-DA21-1BB283B4E6BE}"/>
          </ac:picMkLst>
        </pc:picChg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253019165" sldId="284"/>
        </pc:sldMkLst>
      </pc:sldChg>
      <pc:sldChg chg="addSp delSp modSp add mod">
        <pc:chgData name="Jacob Wyngaard" userId="6181fcd471e98458" providerId="LiveId" clId="{788BA123-62C9-4DDC-86E5-A6BCA4600216}" dt="2026-01-21T03:10:12.112" v="546" actId="403"/>
        <pc:sldMkLst>
          <pc:docMk/>
          <pc:sldMk cId="440307767" sldId="284"/>
        </pc:sldMkLst>
        <pc:spChg chg="del">
          <ac:chgData name="Jacob Wyngaard" userId="6181fcd471e98458" providerId="LiveId" clId="{788BA123-62C9-4DDC-86E5-A6BCA4600216}" dt="2026-01-21T03:02:00.858" v="267" actId="478"/>
          <ac:spMkLst>
            <pc:docMk/>
            <pc:sldMk cId="440307767" sldId="284"/>
            <ac:spMk id="3" creationId="{1C192E81-000F-4D1C-4FAE-2D24E9A9BF5C}"/>
          </ac:spMkLst>
        </pc:spChg>
        <pc:spChg chg="mod">
          <ac:chgData name="Jacob Wyngaard" userId="6181fcd471e98458" providerId="LiveId" clId="{788BA123-62C9-4DDC-86E5-A6BCA4600216}" dt="2026-01-21T03:01:45.002" v="266" actId="1076"/>
          <ac:spMkLst>
            <pc:docMk/>
            <pc:sldMk cId="440307767" sldId="284"/>
            <ac:spMk id="9" creationId="{05D40994-FA99-0B8A-992C-7EE9A9B4B982}"/>
          </ac:spMkLst>
        </pc:spChg>
        <pc:spChg chg="add mod">
          <ac:chgData name="Jacob Wyngaard" userId="6181fcd471e98458" providerId="LiveId" clId="{788BA123-62C9-4DDC-86E5-A6BCA4600216}" dt="2026-01-21T03:10:12.112" v="546" actId="403"/>
          <ac:spMkLst>
            <pc:docMk/>
            <pc:sldMk cId="440307767" sldId="284"/>
            <ac:spMk id="10" creationId="{1E6D5967-D49E-BEB2-0AF0-935EDA639FB5}"/>
          </ac:spMkLst>
        </pc:spChg>
        <pc:picChg chg="add del mod">
          <ac:chgData name="Jacob Wyngaard" userId="6181fcd471e98458" providerId="LiveId" clId="{788BA123-62C9-4DDC-86E5-A6BCA4600216}" dt="2026-01-21T03:06:13.099" v="348" actId="478"/>
          <ac:picMkLst>
            <pc:docMk/>
            <pc:sldMk cId="440307767" sldId="284"/>
            <ac:picMk id="2" creationId="{C3B12A1E-3407-3BB4-C733-2503395233D8}"/>
          </ac:picMkLst>
        </pc:picChg>
        <pc:picChg chg="del mod modCrop">
          <ac:chgData name="Jacob Wyngaard" userId="6181fcd471e98458" providerId="LiveId" clId="{788BA123-62C9-4DDC-86E5-A6BCA4600216}" dt="2026-01-21T03:02:01.957" v="269" actId="478"/>
          <ac:picMkLst>
            <pc:docMk/>
            <pc:sldMk cId="440307767" sldId="284"/>
            <ac:picMk id="4" creationId="{722A383E-74E6-DE0B-6A83-6F0E91C664B9}"/>
          </ac:picMkLst>
        </pc:picChg>
        <pc:picChg chg="add del mod">
          <ac:chgData name="Jacob Wyngaard" userId="6181fcd471e98458" providerId="LiveId" clId="{788BA123-62C9-4DDC-86E5-A6BCA4600216}" dt="2026-01-21T03:04:56.141" v="342" actId="478"/>
          <ac:picMkLst>
            <pc:docMk/>
            <pc:sldMk cId="440307767" sldId="284"/>
            <ac:picMk id="5" creationId="{2712B0E9-3E48-DB97-FFA6-0227039DEECC}"/>
          </ac:picMkLst>
        </pc:picChg>
        <pc:picChg chg="del">
          <ac:chgData name="Jacob Wyngaard" userId="6181fcd471e98458" providerId="LiveId" clId="{788BA123-62C9-4DDC-86E5-A6BCA4600216}" dt="2026-01-21T03:02:01.348" v="268" actId="478"/>
          <ac:picMkLst>
            <pc:docMk/>
            <pc:sldMk cId="440307767" sldId="284"/>
            <ac:picMk id="7" creationId="{27E25745-FB07-E36B-67CE-24EA83DE2A60}"/>
          </ac:picMkLst>
        </pc:picChg>
        <pc:picChg chg="add mod">
          <ac:chgData name="Jacob Wyngaard" userId="6181fcd471e98458" providerId="LiveId" clId="{788BA123-62C9-4DDC-86E5-A6BCA4600216}" dt="2026-01-21T03:06:21.099" v="353" actId="1076"/>
          <ac:picMkLst>
            <pc:docMk/>
            <pc:sldMk cId="440307767" sldId="284"/>
            <ac:picMk id="11" creationId="{22B14FDC-5995-4955-F336-5B3575DBA08C}"/>
          </ac:picMkLst>
        </pc:picChg>
      </pc:sldChg>
      <pc:sldChg chg="addSp delSp modSp add mod">
        <pc:chgData name="Jacob Wyngaard" userId="6181fcd471e98458" providerId="LiveId" clId="{788BA123-62C9-4DDC-86E5-A6BCA4600216}" dt="2026-01-21T03:10:19.027" v="549" actId="404"/>
        <pc:sldMkLst>
          <pc:docMk/>
          <pc:sldMk cId="1065976647" sldId="285"/>
        </pc:sldMkLst>
        <pc:spChg chg="add mod">
          <ac:chgData name="Jacob Wyngaard" userId="6181fcd471e98458" providerId="LiveId" clId="{788BA123-62C9-4DDC-86E5-A6BCA4600216}" dt="2026-01-21T03:10:14.919" v="547" actId="404"/>
          <ac:spMkLst>
            <pc:docMk/>
            <pc:sldMk cId="1065976647" sldId="285"/>
            <ac:spMk id="4" creationId="{B858B98D-815B-8DFB-6F91-11DA163673E8}"/>
          </ac:spMkLst>
        </pc:spChg>
        <pc:spChg chg="add mod">
          <ac:chgData name="Jacob Wyngaard" userId="6181fcd471e98458" providerId="LiveId" clId="{788BA123-62C9-4DDC-86E5-A6BCA4600216}" dt="2026-01-21T03:10:19.027" v="549" actId="404"/>
          <ac:spMkLst>
            <pc:docMk/>
            <pc:sldMk cId="1065976647" sldId="285"/>
            <ac:spMk id="5" creationId="{03DAD707-8A0B-03EF-8EC5-0D3FB7792061}"/>
          </ac:spMkLst>
        </pc:spChg>
        <pc:spChg chg="del">
          <ac:chgData name="Jacob Wyngaard" userId="6181fcd471e98458" providerId="LiveId" clId="{788BA123-62C9-4DDC-86E5-A6BCA4600216}" dt="2026-01-21T03:06:44.227" v="354" actId="478"/>
          <ac:spMkLst>
            <pc:docMk/>
            <pc:sldMk cId="1065976647" sldId="285"/>
            <ac:spMk id="10" creationId="{D4F1DDC7-6399-53A1-5C1F-5D5FCA9C368F}"/>
          </ac:spMkLst>
        </pc:spChg>
        <pc:picChg chg="del">
          <ac:chgData name="Jacob Wyngaard" userId="6181fcd471e98458" providerId="LiveId" clId="{788BA123-62C9-4DDC-86E5-A6BCA4600216}" dt="2026-01-21T03:05:36.110" v="346" actId="478"/>
          <ac:picMkLst>
            <pc:docMk/>
            <pc:sldMk cId="1065976647" sldId="285"/>
            <ac:picMk id="2" creationId="{0EEBD5BF-B3D7-BDF3-8A96-25026B59FA28}"/>
          </ac:picMkLst>
        </pc:picChg>
        <pc:picChg chg="add mod">
          <ac:chgData name="Jacob Wyngaard" userId="6181fcd471e98458" providerId="LiveId" clId="{788BA123-62C9-4DDC-86E5-A6BCA4600216}" dt="2026-01-21T03:08:58.374" v="490" actId="1076"/>
          <ac:picMkLst>
            <pc:docMk/>
            <pc:sldMk cId="1065976647" sldId="285"/>
            <ac:picMk id="3" creationId="{4AD1A784-CCB7-4E38-2502-86B0C3F44818}"/>
          </ac:picMkLst>
        </pc:picChg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3812596258" sldId="285"/>
        </pc:sldMkLst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1721140882" sldId="286"/>
        </pc:sldMkLst>
      </pc:sldChg>
      <pc:sldChg chg="addSp delSp modSp add mod">
        <pc:chgData name="Jacob Wyngaard" userId="6181fcd471e98458" providerId="LiveId" clId="{788BA123-62C9-4DDC-86E5-A6BCA4600216}" dt="2026-01-21T03:21:37.203" v="998" actId="20577"/>
        <pc:sldMkLst>
          <pc:docMk/>
          <pc:sldMk cId="3264200873" sldId="286"/>
        </pc:sldMkLst>
        <pc:spChg chg="del">
          <ac:chgData name="Jacob Wyngaard" userId="6181fcd471e98458" providerId="LiveId" clId="{788BA123-62C9-4DDC-86E5-A6BCA4600216}" dt="2026-01-21T03:09:37.834" v="513" actId="478"/>
          <ac:spMkLst>
            <pc:docMk/>
            <pc:sldMk cId="3264200873" sldId="286"/>
            <ac:spMk id="4" creationId="{49821696-E5B1-2F18-8B1F-62197D3EBA02}"/>
          </ac:spMkLst>
        </pc:spChg>
        <pc:spChg chg="del">
          <ac:chgData name="Jacob Wyngaard" userId="6181fcd471e98458" providerId="LiveId" clId="{788BA123-62C9-4DDC-86E5-A6BCA4600216}" dt="2026-01-21T03:09:36.683" v="512" actId="478"/>
          <ac:spMkLst>
            <pc:docMk/>
            <pc:sldMk cId="3264200873" sldId="286"/>
            <ac:spMk id="5" creationId="{FFBD2B2E-F55F-3FAC-227E-EB57B309BE9C}"/>
          </ac:spMkLst>
        </pc:spChg>
        <pc:spChg chg="add mod">
          <ac:chgData name="Jacob Wyngaard" userId="6181fcd471e98458" providerId="LiveId" clId="{788BA123-62C9-4DDC-86E5-A6BCA4600216}" dt="2026-01-21T03:21:37.203" v="998" actId="20577"/>
          <ac:spMkLst>
            <pc:docMk/>
            <pc:sldMk cId="3264200873" sldId="286"/>
            <ac:spMk id="7" creationId="{1E5F1AAA-66E6-796E-4244-6EEB14114D3F}"/>
          </ac:spMkLst>
        </pc:spChg>
        <pc:spChg chg="mod">
          <ac:chgData name="Jacob Wyngaard" userId="6181fcd471e98458" providerId="LiveId" clId="{788BA123-62C9-4DDC-86E5-A6BCA4600216}" dt="2026-01-21T03:09:25.997" v="510" actId="1076"/>
          <ac:spMkLst>
            <pc:docMk/>
            <pc:sldMk cId="3264200873" sldId="286"/>
            <ac:spMk id="9" creationId="{06D49217-C38E-63B9-B045-E79BC921F1AC}"/>
          </ac:spMkLst>
        </pc:spChg>
        <pc:picChg chg="add mod">
          <ac:chgData name="Jacob Wyngaard" userId="6181fcd471e98458" providerId="LiveId" clId="{788BA123-62C9-4DDC-86E5-A6BCA4600216}" dt="2026-01-21T03:09:44.932" v="516" actId="1076"/>
          <ac:picMkLst>
            <pc:docMk/>
            <pc:sldMk cId="3264200873" sldId="286"/>
            <ac:picMk id="2" creationId="{B4D7D49F-8E2C-5016-09B1-C3838ED2E795}"/>
          </ac:picMkLst>
        </pc:picChg>
        <pc:picChg chg="del">
          <ac:chgData name="Jacob Wyngaard" userId="6181fcd471e98458" providerId="LiveId" clId="{788BA123-62C9-4DDC-86E5-A6BCA4600216}" dt="2026-01-21T03:09:34.667" v="511" actId="478"/>
          <ac:picMkLst>
            <pc:docMk/>
            <pc:sldMk cId="3264200873" sldId="286"/>
            <ac:picMk id="3" creationId="{F7998C29-E332-A67B-EEDA-A0B93C9564C2}"/>
          </ac:picMkLst>
        </pc:picChg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166545931" sldId="287"/>
        </pc:sldMkLst>
      </pc:sldChg>
      <pc:sldChg chg="addSp delSp modSp add mod">
        <pc:chgData name="Jacob Wyngaard" userId="6181fcd471e98458" providerId="LiveId" clId="{788BA123-62C9-4DDC-86E5-A6BCA4600216}" dt="2026-01-21T03:12:16.075" v="701" actId="1076"/>
        <pc:sldMkLst>
          <pc:docMk/>
          <pc:sldMk cId="1151460761" sldId="287"/>
        </pc:sldMkLst>
        <pc:spChg chg="add mod">
          <ac:chgData name="Jacob Wyngaard" userId="6181fcd471e98458" providerId="LiveId" clId="{788BA123-62C9-4DDC-86E5-A6BCA4600216}" dt="2026-01-21T03:11:00.291" v="559" actId="1076"/>
          <ac:spMkLst>
            <pc:docMk/>
            <pc:sldMk cId="1151460761" sldId="287"/>
            <ac:spMk id="3" creationId="{8C53617C-3411-2104-7A77-BD8355A8D21F}"/>
          </ac:spMkLst>
        </pc:spChg>
        <pc:spChg chg="add mod">
          <ac:chgData name="Jacob Wyngaard" userId="6181fcd471e98458" providerId="LiveId" clId="{788BA123-62C9-4DDC-86E5-A6BCA4600216}" dt="2026-01-21T03:11:29.450" v="603" actId="1076"/>
          <ac:spMkLst>
            <pc:docMk/>
            <pc:sldMk cId="1151460761" sldId="287"/>
            <ac:spMk id="4" creationId="{B7211577-01E3-377A-3760-9EE87B9D868A}"/>
          </ac:spMkLst>
        </pc:spChg>
        <pc:spChg chg="add mod">
          <ac:chgData name="Jacob Wyngaard" userId="6181fcd471e98458" providerId="LiveId" clId="{788BA123-62C9-4DDC-86E5-A6BCA4600216}" dt="2026-01-21T03:12:16.075" v="701" actId="1076"/>
          <ac:spMkLst>
            <pc:docMk/>
            <pc:sldMk cId="1151460761" sldId="287"/>
            <ac:spMk id="5" creationId="{718107C4-8D7C-1533-F921-49B97EBF6334}"/>
          </ac:spMkLst>
        </pc:spChg>
        <pc:spChg chg="del">
          <ac:chgData name="Jacob Wyngaard" userId="6181fcd471e98458" providerId="LiveId" clId="{788BA123-62C9-4DDC-86E5-A6BCA4600216}" dt="2026-01-21T03:10:38.341" v="552" actId="478"/>
          <ac:spMkLst>
            <pc:docMk/>
            <pc:sldMk cId="1151460761" sldId="287"/>
            <ac:spMk id="7" creationId="{A341B077-64A5-E15A-5057-3A28BD0D4EC0}"/>
          </ac:spMkLst>
        </pc:spChg>
        <pc:picChg chg="mod">
          <ac:chgData name="Jacob Wyngaard" userId="6181fcd471e98458" providerId="LiveId" clId="{788BA123-62C9-4DDC-86E5-A6BCA4600216}" dt="2026-01-21T03:10:36.658" v="551" actId="1076"/>
          <ac:picMkLst>
            <pc:docMk/>
            <pc:sldMk cId="1151460761" sldId="287"/>
            <ac:picMk id="2" creationId="{C1A80A96-5B38-3C44-F92E-BA34B5F419E3}"/>
          </ac:picMkLst>
        </pc:picChg>
      </pc:sldChg>
      <pc:sldChg chg="addSp delSp modSp add mod">
        <pc:chgData name="Jacob Wyngaard" userId="6181fcd471e98458" providerId="LiveId" clId="{788BA123-62C9-4DDC-86E5-A6BCA4600216}" dt="2026-01-21T03:19:41.204" v="932" actId="1076"/>
        <pc:sldMkLst>
          <pc:docMk/>
          <pc:sldMk cId="272403526" sldId="288"/>
        </pc:sldMkLst>
        <pc:spChg chg="del">
          <ac:chgData name="Jacob Wyngaard" userId="6181fcd471e98458" providerId="LiveId" clId="{788BA123-62C9-4DDC-86E5-A6BCA4600216}" dt="2026-01-21T03:12:54.186" v="718" actId="478"/>
          <ac:spMkLst>
            <pc:docMk/>
            <pc:sldMk cId="272403526" sldId="288"/>
            <ac:spMk id="3" creationId="{9CC78CED-14AE-9AD8-BE61-676AB7FC2824}"/>
          </ac:spMkLst>
        </pc:spChg>
        <pc:spChg chg="mod">
          <ac:chgData name="Jacob Wyngaard" userId="6181fcd471e98458" providerId="LiveId" clId="{788BA123-62C9-4DDC-86E5-A6BCA4600216}" dt="2026-01-21T03:15:09.341" v="828" actId="20577"/>
          <ac:spMkLst>
            <pc:docMk/>
            <pc:sldMk cId="272403526" sldId="288"/>
            <ac:spMk id="4" creationId="{09E5C3DC-3B7E-3E65-E2C1-501F546EFBDF}"/>
          </ac:spMkLst>
        </pc:spChg>
        <pc:spChg chg="del">
          <ac:chgData name="Jacob Wyngaard" userId="6181fcd471e98458" providerId="LiveId" clId="{788BA123-62C9-4DDC-86E5-A6BCA4600216}" dt="2026-01-21T03:12:49.670" v="717" actId="478"/>
          <ac:spMkLst>
            <pc:docMk/>
            <pc:sldMk cId="272403526" sldId="288"/>
            <ac:spMk id="5" creationId="{0BCBB8CD-DBD5-47AE-5D78-D1101E998958}"/>
          </ac:spMkLst>
        </pc:spChg>
        <pc:spChg chg="add mod">
          <ac:chgData name="Jacob Wyngaard" userId="6181fcd471e98458" providerId="LiveId" clId="{788BA123-62C9-4DDC-86E5-A6BCA4600216}" dt="2026-01-21T03:15:15.147" v="829" actId="1076"/>
          <ac:spMkLst>
            <pc:docMk/>
            <pc:sldMk cId="272403526" sldId="288"/>
            <ac:spMk id="7" creationId="{1D71F742-09C0-2163-02FD-5E963C83DE20}"/>
          </ac:spMkLst>
        </pc:spChg>
        <pc:spChg chg="mod">
          <ac:chgData name="Jacob Wyngaard" userId="6181fcd471e98458" providerId="LiveId" clId="{788BA123-62C9-4DDC-86E5-A6BCA4600216}" dt="2026-01-21T03:12:42.104" v="716" actId="1076"/>
          <ac:spMkLst>
            <pc:docMk/>
            <pc:sldMk cId="272403526" sldId="288"/>
            <ac:spMk id="9" creationId="{96A9C0C5-6E66-25EF-EDF5-2357446EE740}"/>
          </ac:spMkLst>
        </pc:spChg>
        <pc:spChg chg="add mod">
          <ac:chgData name="Jacob Wyngaard" userId="6181fcd471e98458" providerId="LiveId" clId="{788BA123-62C9-4DDC-86E5-A6BCA4600216}" dt="2026-01-21T03:15:23.101" v="831" actId="1076"/>
          <ac:spMkLst>
            <pc:docMk/>
            <pc:sldMk cId="272403526" sldId="288"/>
            <ac:spMk id="10" creationId="{B1737E89-EBAC-ECC5-29A8-2E4FA644E9FC}"/>
          </ac:spMkLst>
        </pc:spChg>
        <pc:spChg chg="add mod">
          <ac:chgData name="Jacob Wyngaard" userId="6181fcd471e98458" providerId="LiveId" clId="{788BA123-62C9-4DDC-86E5-A6BCA4600216}" dt="2026-01-21T03:19:41.204" v="932" actId="1076"/>
          <ac:spMkLst>
            <pc:docMk/>
            <pc:sldMk cId="272403526" sldId="288"/>
            <ac:spMk id="11" creationId="{3A588006-A275-3826-B744-248CBA265878}"/>
          </ac:spMkLst>
        </pc:spChg>
        <pc:spChg chg="add del mod">
          <ac:chgData name="Jacob Wyngaard" userId="6181fcd471e98458" providerId="LiveId" clId="{788BA123-62C9-4DDC-86E5-A6BCA4600216}" dt="2026-01-21T03:18:03.187" v="899" actId="478"/>
          <ac:spMkLst>
            <pc:docMk/>
            <pc:sldMk cId="272403526" sldId="288"/>
            <ac:spMk id="13" creationId="{FA066675-2D23-4A1B-21F5-FE463A38F204}"/>
          </ac:spMkLst>
        </pc:spChg>
        <pc:picChg chg="mod">
          <ac:chgData name="Jacob Wyngaard" userId="6181fcd471e98458" providerId="LiveId" clId="{788BA123-62C9-4DDC-86E5-A6BCA4600216}" dt="2026-01-21T03:17:53.672" v="895" actId="1076"/>
          <ac:picMkLst>
            <pc:docMk/>
            <pc:sldMk cId="272403526" sldId="288"/>
            <ac:picMk id="2" creationId="{B0E507FB-FFDD-2028-C26E-95B9740BA979}"/>
          </ac:picMkLst>
        </pc:picChg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4036279525" sldId="288"/>
        </pc:sldMkLst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869904273" sldId="289"/>
        </pc:sldMkLst>
      </pc:sldChg>
      <pc:sldChg chg="addSp delSp modSp add mod">
        <pc:chgData name="Jacob Wyngaard" userId="6181fcd471e98458" providerId="LiveId" clId="{788BA123-62C9-4DDC-86E5-A6BCA4600216}" dt="2026-01-21T03:21:42.901" v="1000" actId="1076"/>
        <pc:sldMkLst>
          <pc:docMk/>
          <pc:sldMk cId="3938551056" sldId="289"/>
        </pc:sldMkLst>
        <pc:spChg chg="del">
          <ac:chgData name="Jacob Wyngaard" userId="6181fcd471e98458" providerId="LiveId" clId="{788BA123-62C9-4DDC-86E5-A6BCA4600216}" dt="2026-01-21T03:21:24.289" v="978" actId="478"/>
          <ac:spMkLst>
            <pc:docMk/>
            <pc:sldMk cId="3938551056" sldId="289"/>
            <ac:spMk id="4" creationId="{D362E713-E114-2F05-EC09-A62D6127C314}"/>
          </ac:spMkLst>
        </pc:spChg>
        <pc:spChg chg="del">
          <ac:chgData name="Jacob Wyngaard" userId="6181fcd471e98458" providerId="LiveId" clId="{788BA123-62C9-4DDC-86E5-A6BCA4600216}" dt="2026-01-21T03:21:22.843" v="977" actId="478"/>
          <ac:spMkLst>
            <pc:docMk/>
            <pc:sldMk cId="3938551056" sldId="289"/>
            <ac:spMk id="5" creationId="{F36814A6-0670-C935-A63B-C98C017EA402}"/>
          </ac:spMkLst>
        </pc:spChg>
        <pc:spChg chg="add mod">
          <ac:chgData name="Jacob Wyngaard" userId="6181fcd471e98458" providerId="LiveId" clId="{788BA123-62C9-4DDC-86E5-A6BCA4600216}" dt="2026-01-21T03:21:39.886" v="999"/>
          <ac:spMkLst>
            <pc:docMk/>
            <pc:sldMk cId="3938551056" sldId="289"/>
            <ac:spMk id="7" creationId="{4E2860F1-A30A-A19E-2386-509F914FE5BB}"/>
          </ac:spMkLst>
        </pc:spChg>
        <pc:spChg chg="mod">
          <ac:chgData name="Jacob Wyngaard" userId="6181fcd471e98458" providerId="LiveId" clId="{788BA123-62C9-4DDC-86E5-A6BCA4600216}" dt="2026-01-21T03:21:10.227" v="975"/>
          <ac:spMkLst>
            <pc:docMk/>
            <pc:sldMk cId="3938551056" sldId="289"/>
            <ac:spMk id="9" creationId="{4CBC2C6B-63CC-AF06-6E2C-77A97F882342}"/>
          </ac:spMkLst>
        </pc:spChg>
        <pc:picChg chg="add mod">
          <ac:chgData name="Jacob Wyngaard" userId="6181fcd471e98458" providerId="LiveId" clId="{788BA123-62C9-4DDC-86E5-A6BCA4600216}" dt="2026-01-21T03:21:42.901" v="1000" actId="1076"/>
          <ac:picMkLst>
            <pc:docMk/>
            <pc:sldMk cId="3938551056" sldId="289"/>
            <ac:picMk id="2" creationId="{9A044950-9692-750D-8E34-9EE127340820}"/>
          </ac:picMkLst>
        </pc:picChg>
        <pc:picChg chg="del">
          <ac:chgData name="Jacob Wyngaard" userId="6181fcd471e98458" providerId="LiveId" clId="{788BA123-62C9-4DDC-86E5-A6BCA4600216}" dt="2026-01-21T03:21:11.650" v="976" actId="478"/>
          <ac:picMkLst>
            <pc:docMk/>
            <pc:sldMk cId="3938551056" sldId="289"/>
            <ac:picMk id="3" creationId="{C84C259C-AAF7-C9C1-4A3D-E4D8E44E32A1}"/>
          </ac:picMkLst>
        </pc:picChg>
      </pc:sldChg>
      <pc:sldChg chg="addSp modSp add mod">
        <pc:chgData name="Jacob Wyngaard" userId="6181fcd471e98458" providerId="LiveId" clId="{788BA123-62C9-4DDC-86E5-A6BCA4600216}" dt="2026-01-21T03:27:03.374" v="1234" actId="14100"/>
        <pc:sldMkLst>
          <pc:docMk/>
          <pc:sldMk cId="1207768127" sldId="290"/>
        </pc:sldMkLst>
        <pc:spChg chg="add mod">
          <ac:chgData name="Jacob Wyngaard" userId="6181fcd471e98458" providerId="LiveId" clId="{788BA123-62C9-4DDC-86E5-A6BCA4600216}" dt="2026-01-21T03:23:47.400" v="1166" actId="20577"/>
          <ac:spMkLst>
            <pc:docMk/>
            <pc:sldMk cId="1207768127" sldId="290"/>
            <ac:spMk id="3" creationId="{AC08972C-BA5D-9B1A-F65C-8D046D07DBB2}"/>
          </ac:spMkLst>
        </pc:spChg>
        <pc:spChg chg="add mod">
          <ac:chgData name="Jacob Wyngaard" userId="6181fcd471e98458" providerId="LiveId" clId="{788BA123-62C9-4DDC-86E5-A6BCA4600216}" dt="2026-01-21T03:25:20.535" v="1185" actId="20577"/>
          <ac:spMkLst>
            <pc:docMk/>
            <pc:sldMk cId="1207768127" sldId="290"/>
            <ac:spMk id="4" creationId="{E6D4BB1F-1583-B30C-6961-58FD33AAB072}"/>
          </ac:spMkLst>
        </pc:spChg>
        <pc:spChg chg="mod">
          <ac:chgData name="Jacob Wyngaard" userId="6181fcd471e98458" providerId="LiveId" clId="{788BA123-62C9-4DDC-86E5-A6BCA4600216}" dt="2026-01-21T03:22:42.376" v="1119" actId="1076"/>
          <ac:spMkLst>
            <pc:docMk/>
            <pc:sldMk cId="1207768127" sldId="290"/>
            <ac:spMk id="7" creationId="{E3984890-4FDE-70C2-9D80-7A07F63FAE53}"/>
          </ac:spMkLst>
        </pc:spChg>
        <pc:spChg chg="add mod">
          <ac:chgData name="Jacob Wyngaard" userId="6181fcd471e98458" providerId="LiveId" clId="{788BA123-62C9-4DDC-86E5-A6BCA4600216}" dt="2026-01-21T03:27:03.374" v="1234" actId="14100"/>
          <ac:spMkLst>
            <pc:docMk/>
            <pc:sldMk cId="1207768127" sldId="290"/>
            <ac:spMk id="10" creationId="{71AEE18B-26CA-F3B0-204A-9C2C0B5B905E}"/>
          </ac:spMkLst>
        </pc:spChg>
        <pc:picChg chg="mod">
          <ac:chgData name="Jacob Wyngaard" userId="6181fcd471e98458" providerId="LiveId" clId="{788BA123-62C9-4DDC-86E5-A6BCA4600216}" dt="2026-01-21T03:21:48.985" v="1002" actId="1076"/>
          <ac:picMkLst>
            <pc:docMk/>
            <pc:sldMk cId="1207768127" sldId="290"/>
            <ac:picMk id="2" creationId="{BA85A017-A914-C4E6-A4D5-B6CD7592E268}"/>
          </ac:picMkLst>
        </pc:picChg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2032838188" sldId="290"/>
        </pc:sldMkLst>
      </pc:sldChg>
      <pc:sldChg chg="delSp modSp add del mod">
        <pc:chgData name="Jacob Wyngaard" userId="6181fcd471e98458" providerId="LiveId" clId="{788BA123-62C9-4DDC-86E5-A6BCA4600216}" dt="2026-01-21T03:27:50.709" v="1241" actId="47"/>
        <pc:sldMkLst>
          <pc:docMk/>
          <pc:sldMk cId="812600596" sldId="291"/>
        </pc:sldMkLst>
        <pc:spChg chg="del mod">
          <ac:chgData name="Jacob Wyngaard" userId="6181fcd471e98458" providerId="LiveId" clId="{788BA123-62C9-4DDC-86E5-A6BCA4600216}" dt="2026-01-21T03:27:45.739" v="1238" actId="478"/>
          <ac:spMkLst>
            <pc:docMk/>
            <pc:sldMk cId="812600596" sldId="291"/>
            <ac:spMk id="3" creationId="{A23D04F9-A65F-C279-6A64-4EF77813FED9}"/>
          </ac:spMkLst>
        </pc:spChg>
        <pc:spChg chg="del">
          <ac:chgData name="Jacob Wyngaard" userId="6181fcd471e98458" providerId="LiveId" clId="{788BA123-62C9-4DDC-86E5-A6BCA4600216}" dt="2026-01-21T03:27:47.246" v="1239" actId="478"/>
          <ac:spMkLst>
            <pc:docMk/>
            <pc:sldMk cId="812600596" sldId="291"/>
            <ac:spMk id="4" creationId="{B4437036-868B-9944-E158-3BD7D099D47A}"/>
          </ac:spMkLst>
        </pc:spChg>
        <pc:spChg chg="del">
          <ac:chgData name="Jacob Wyngaard" userId="6181fcd471e98458" providerId="LiveId" clId="{788BA123-62C9-4DDC-86E5-A6BCA4600216}" dt="2026-01-21T03:27:49.009" v="1240" actId="478"/>
          <ac:spMkLst>
            <pc:docMk/>
            <pc:sldMk cId="812600596" sldId="291"/>
            <ac:spMk id="10" creationId="{3DF0FE66-FB29-299C-8976-997611A74E6D}"/>
          </ac:spMkLst>
        </pc:spChg>
        <pc:picChg chg="del">
          <ac:chgData name="Jacob Wyngaard" userId="6181fcd471e98458" providerId="LiveId" clId="{788BA123-62C9-4DDC-86E5-A6BCA4600216}" dt="2026-01-21T03:27:44.516" v="1236" actId="478"/>
          <ac:picMkLst>
            <pc:docMk/>
            <pc:sldMk cId="812600596" sldId="291"/>
            <ac:picMk id="2" creationId="{A9F79F1A-7E21-C788-EC8E-F148B036C6DD}"/>
          </ac:picMkLst>
        </pc:picChg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891483717" sldId="291"/>
        </pc:sldMkLst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674643469" sldId="292"/>
        </pc:sldMkLst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14404142" sldId="293"/>
        </pc:sldMkLst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234283736" sldId="294"/>
        </pc:sldMkLst>
      </pc:sldChg>
      <pc:sldChg chg="add del">
        <pc:chgData name="Jacob Wyngaard" userId="6181fcd471e98458" providerId="LiveId" clId="{788BA123-62C9-4DDC-86E5-A6BCA4600216}" dt="2026-01-21T02:53:13.777" v="53" actId="47"/>
        <pc:sldMkLst>
          <pc:docMk/>
          <pc:sldMk cId="1209740495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ED1B1-F126-F65E-9B9E-DC4B7A25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9D61D-580D-1E70-5B84-73ECD9612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5F4FB-6943-6372-F0FC-4BD514765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0A5D1-3951-8CD1-F4E7-1037752D4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9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96F96-12FE-8B33-E431-6BA3780A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6E056-2DC2-8034-429A-42B6EA5D3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D1157-7D4F-68EC-39FD-98AC52115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58D6B-5552-C16F-1F3B-BFC24B149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96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9EE12-569D-0391-F887-F15C27AC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4C586-C7D2-159E-4322-90A0F019B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34AC3-8D00-0443-7206-C0BD2B9D9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E5D80-53BC-3D86-FBED-7988364AE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48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DCB45-5479-F7AD-782B-CAA1FF41C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055BB-6F16-7643-5C03-2EC19697E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5DC35-C349-12DE-1246-5E806F148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0F66F-DE72-4623-201C-FACA870CE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97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4CAE5-C416-127D-DE43-1F3E4DCC5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8122C-55CD-A9FB-6E57-A8595C108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4EA65-BD2A-3B0A-1765-C0E089C52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9348C-DF04-DC4C-DACF-9232D6CC8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54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7FCAE-9B7A-B42A-BBC9-D3D765C72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A8594-5694-906A-8767-D3F6F9503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9036C-604A-152D-9405-CF728FB24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0A659-6FC0-7D33-9B53-88FF8EC20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49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0AB0D-EDF0-E623-C24A-14D33041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831FE-90C1-F088-A916-F0FBE2A1E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164FD-0F4E-BD1E-72CF-4BDA20AE0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4CE7A-E9C4-F570-BFB8-55D1BB212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46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43A54-87D2-1425-6DA3-697641DD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CB01C-BD94-6CE8-E4EB-A5323AD6B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E6906-4A73-BCEC-7EF0-53F815BF4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4F891-F72C-CEF4-0965-12777DE5B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8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1F8D5-4AD3-CA6D-CA09-1F939BFFC77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B15C-53EA-0ED4-E0E9-C6A73C390DD1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1FF28-576E-AE9D-45ED-6C6260407807}"/>
              </a:ext>
            </a:extLst>
          </p:cNvPr>
          <p:cNvSpPr txBox="1"/>
          <p:nvPr/>
        </p:nvSpPr>
        <p:spPr>
          <a:xfrm>
            <a:off x="294968" y="1152313"/>
            <a:ext cx="55060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MATH 242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Analytic Geometry and Calculus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14A67-3F86-5A8F-0EE3-3803EFD0BEF8}"/>
              </a:ext>
            </a:extLst>
          </p:cNvPr>
          <p:cNvSpPr txBox="1"/>
          <p:nvPr/>
        </p:nvSpPr>
        <p:spPr>
          <a:xfrm>
            <a:off x="2104102" y="3091305"/>
            <a:ext cx="168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Section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54025-07E0-36B3-2DA4-1831685F14E6}"/>
              </a:ext>
            </a:extLst>
          </p:cNvPr>
          <p:cNvSpPr txBox="1"/>
          <p:nvPr/>
        </p:nvSpPr>
        <p:spPr>
          <a:xfrm>
            <a:off x="1049592" y="3552970"/>
            <a:ext cx="3996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Instructor: Jacob Wyngaard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C48F4-EC8B-9D87-E495-936CA1EC5A08}"/>
              </a:ext>
            </a:extLst>
          </p:cNvPr>
          <p:cNvSpPr txBox="1"/>
          <p:nvPr/>
        </p:nvSpPr>
        <p:spPr>
          <a:xfrm>
            <a:off x="1397407" y="4476300"/>
            <a:ext cx="3301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Area Between Curves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71A90-B52D-E6E5-623C-66B986F9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75"/>
          <a:stretch>
            <a:fillRect/>
          </a:stretch>
        </p:blipFill>
        <p:spPr>
          <a:xfrm>
            <a:off x="6479458" y="3719668"/>
            <a:ext cx="5735381" cy="3004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DB6994-0D6B-FF95-9B8F-20F0EA24D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75" y="259823"/>
            <a:ext cx="4182960" cy="408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2515D-FFE6-DCD3-E134-D32895C1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AAFEF1-F9CA-1C67-9A55-B876B24A291B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DBB5A9-2458-D5D2-2DF2-57B4B14EFD1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4AB0F-7FA8-2829-B1A2-C37DEC6CD423}"/>
              </a:ext>
            </a:extLst>
          </p:cNvPr>
          <p:cNvSpPr txBox="1"/>
          <p:nvPr/>
        </p:nvSpPr>
        <p:spPr>
          <a:xfrm>
            <a:off x="4513005" y="400100"/>
            <a:ext cx="429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B7A0F-8996-1BFF-A48C-FCCFDB2B68AC}"/>
              </a:ext>
            </a:extLst>
          </p:cNvPr>
          <p:cNvSpPr txBox="1"/>
          <p:nvPr/>
        </p:nvSpPr>
        <p:spPr>
          <a:xfrm>
            <a:off x="0" y="1822028"/>
            <a:ext cx="10077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In Calculus A, we learned how to find the area under a curve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AA3701-F7C4-BB6C-174A-08CCBC9B8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328" y="2827527"/>
            <a:ext cx="3330677" cy="33306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9E6F07-6A6C-6DD9-4F84-6D1165D7778D}"/>
              </a:ext>
            </a:extLst>
          </p:cNvPr>
          <p:cNvSpPr txBox="1"/>
          <p:nvPr/>
        </p:nvSpPr>
        <p:spPr>
          <a:xfrm>
            <a:off x="506360" y="2509835"/>
            <a:ext cx="4930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/>
              <a:t>We started with a Riemann sum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C459ED-77B1-EE93-DA21-1BB283B4E6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623" b="25305"/>
          <a:stretch>
            <a:fillRect/>
          </a:stretch>
        </p:blipFill>
        <p:spPr>
          <a:xfrm>
            <a:off x="6886684" y="2827527"/>
            <a:ext cx="3555173" cy="32034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222ED6-B177-FA0B-EF20-DD4DA0971776}"/>
                  </a:ext>
                </a:extLst>
              </p:cNvPr>
              <p:cNvSpPr txBox="1"/>
              <p:nvPr/>
            </p:nvSpPr>
            <p:spPr>
              <a:xfrm>
                <a:off x="5437237" y="2509835"/>
                <a:ext cx="58673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000" dirty="0"/>
                  <a:t>Taking the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000" dirty="0"/>
                  <a:t>, we got an integral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222ED6-B177-FA0B-EF20-DD4DA0971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237" y="2509835"/>
                <a:ext cx="5867399" cy="400110"/>
              </a:xfrm>
              <a:prstGeom prst="rect">
                <a:avLst/>
              </a:prstGeom>
              <a:blipFill>
                <a:blip r:embed="rId5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910830-0AB3-36FC-B166-824D315C13CD}"/>
                  </a:ext>
                </a:extLst>
              </p:cNvPr>
              <p:cNvSpPr txBox="1"/>
              <p:nvPr/>
            </p:nvSpPr>
            <p:spPr>
              <a:xfrm>
                <a:off x="7068473" y="5963238"/>
                <a:ext cx="3941199" cy="770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3200" dirty="0"/>
                  <a:t>Area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910830-0AB3-36FC-B166-824D315C1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473" y="5963238"/>
                <a:ext cx="3941199" cy="770917"/>
              </a:xfrm>
              <a:prstGeom prst="rect">
                <a:avLst/>
              </a:prstGeom>
              <a:blipFill>
                <a:blip r:embed="rId6"/>
                <a:stretch>
                  <a:fillRect l="-4025" b="-17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46B845-F3D1-D376-20DE-DA644240A1EE}"/>
                  </a:ext>
                </a:extLst>
              </p:cNvPr>
              <p:cNvSpPr txBox="1"/>
              <p:nvPr/>
            </p:nvSpPr>
            <p:spPr>
              <a:xfrm>
                <a:off x="1182328" y="6138543"/>
                <a:ext cx="3941199" cy="595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3200" dirty="0"/>
                  <a:t>Area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∑"/>
                        <m:supHide m:val="on"/>
                        <m:ctrlPr>
                          <a:rPr lang="en-US" sz="3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l-GR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46B845-F3D1-D376-20DE-DA644240A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328" y="6138543"/>
                <a:ext cx="3941199" cy="595612"/>
              </a:xfrm>
              <a:prstGeom prst="rect">
                <a:avLst/>
              </a:prstGeom>
              <a:blipFill>
                <a:blip r:embed="rId7"/>
                <a:stretch>
                  <a:fillRect l="-4025" t="-12245" b="-31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4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B3CC8-6433-B7DC-1797-1768ABED0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6F0F95-CE6F-523F-2AD3-EAE4E7EC33B9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30C97A-9647-D0F5-AAC4-04391FF2ACD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40994-FA99-0B8A-992C-7EE9A9B4B982}"/>
              </a:ext>
            </a:extLst>
          </p:cNvPr>
          <p:cNvSpPr txBox="1"/>
          <p:nvPr/>
        </p:nvSpPr>
        <p:spPr>
          <a:xfrm>
            <a:off x="3175820" y="378561"/>
            <a:ext cx="5501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Area Between Curves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6D5967-D49E-BEB2-0AF0-935EDA639FB5}"/>
              </a:ext>
            </a:extLst>
          </p:cNvPr>
          <p:cNvSpPr txBox="1"/>
          <p:nvPr/>
        </p:nvSpPr>
        <p:spPr>
          <a:xfrm>
            <a:off x="0" y="1822028"/>
            <a:ext cx="10077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What if we want to find the area between two curves?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B14FDC-5995-4955-F336-5B3575DBA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187" y="2283693"/>
            <a:ext cx="6571327" cy="427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07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33FED-C696-2547-D75C-242F0BEC8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E5C6720-7EEE-EFF0-4C57-1D151AE8A7F8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3F4631-A323-6158-FFCD-E134998F5FB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9B79E8-C221-D16D-09FA-FF797C8510A3}"/>
              </a:ext>
            </a:extLst>
          </p:cNvPr>
          <p:cNvSpPr txBox="1"/>
          <p:nvPr/>
        </p:nvSpPr>
        <p:spPr>
          <a:xfrm>
            <a:off x="3175820" y="378561"/>
            <a:ext cx="5501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Area Between Curves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D1A784-CCB7-4E38-2502-86B0C3F44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45" y="1843567"/>
            <a:ext cx="6571327" cy="42713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58B98D-815B-8DFB-6F91-11DA163673E8}"/>
                  </a:ext>
                </a:extLst>
              </p:cNvPr>
              <p:cNvSpPr txBox="1"/>
              <p:nvPr/>
            </p:nvSpPr>
            <p:spPr>
              <a:xfrm>
                <a:off x="68670" y="2198176"/>
                <a:ext cx="5472575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800" dirty="0"/>
                  <a:t>Function on top: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/>
                <a:endParaRPr lang="en-US" sz="2800" dirty="0"/>
              </a:p>
              <a:p>
                <a:r>
                  <a:rPr lang="en-US" sz="2800" dirty="0"/>
                  <a:t>Function on bottom: g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Height of area is top function minus bottom function</a:t>
                </a:r>
              </a:p>
              <a:p>
                <a:pPr/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58B98D-815B-8DFB-6F91-11DA16367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0" y="2198176"/>
                <a:ext cx="5472575" cy="3108543"/>
              </a:xfrm>
              <a:prstGeom prst="rect">
                <a:avLst/>
              </a:prstGeom>
              <a:blipFill>
                <a:blip r:embed="rId4"/>
                <a:stretch>
                  <a:fillRect l="-2227" t="-2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DAD707-8A0B-03EF-8EC5-0D3FB7792061}"/>
                  </a:ext>
                </a:extLst>
              </p:cNvPr>
              <p:cNvSpPr txBox="1"/>
              <p:nvPr/>
            </p:nvSpPr>
            <p:spPr>
              <a:xfrm>
                <a:off x="68670" y="5275869"/>
                <a:ext cx="5123527" cy="6860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800" dirty="0"/>
                  <a:t>Area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DAD707-8A0B-03EF-8EC5-0D3FB7792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0" y="5275869"/>
                <a:ext cx="5123527" cy="686085"/>
              </a:xfrm>
              <a:prstGeom prst="rect">
                <a:avLst/>
              </a:prstGeom>
              <a:blipFill>
                <a:blip r:embed="rId5"/>
                <a:stretch>
                  <a:fillRect l="-2378" b="-15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976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53320-9039-585B-92B7-CC8AF65D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9DBE906-B92D-C2F2-911D-D036E3BB49A0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74A973-335F-3A4A-89F8-7135B627581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49217-C38E-63B9-B045-E79BC921F1AC}"/>
              </a:ext>
            </a:extLst>
          </p:cNvPr>
          <p:cNvSpPr txBox="1"/>
          <p:nvPr/>
        </p:nvSpPr>
        <p:spPr>
          <a:xfrm>
            <a:off x="2856271" y="389127"/>
            <a:ext cx="6479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More Complicated Curves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D7D49F-8E2C-5016-09B1-C3838ED2E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271" y="2484181"/>
            <a:ext cx="6168513" cy="42836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5F1AAA-66E6-796E-4244-6EEB14114D3F}"/>
              </a:ext>
            </a:extLst>
          </p:cNvPr>
          <p:cNvSpPr txBox="1"/>
          <p:nvPr/>
        </p:nvSpPr>
        <p:spPr>
          <a:xfrm>
            <a:off x="0" y="1833001"/>
            <a:ext cx="10077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What do we do in this scenario?</a:t>
            </a:r>
          </a:p>
        </p:txBody>
      </p:sp>
    </p:spTree>
    <p:extLst>
      <p:ext uri="{BB962C8B-B14F-4D97-AF65-F5344CB8AC3E}">
        <p14:creationId xmlns:p14="http://schemas.microsoft.com/office/powerpoint/2010/main" val="3264200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5EB72-2D1F-6CDB-D920-D9CF5645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16F42D-15E4-E7A5-5F31-3C467F69744E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AB6F62-6094-0C4D-5F0C-EA1B1930151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2E18FD-9A8C-19D9-A5FB-2DD5523C78E1}"/>
              </a:ext>
            </a:extLst>
          </p:cNvPr>
          <p:cNvSpPr txBox="1"/>
          <p:nvPr/>
        </p:nvSpPr>
        <p:spPr>
          <a:xfrm>
            <a:off x="2856271" y="389127"/>
            <a:ext cx="6479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More Complicated Curves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A80A96-5B38-3C44-F92E-BA34B5F41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632" y="1953239"/>
            <a:ext cx="6168513" cy="42836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53617C-3411-2104-7A77-BD8355A8D21F}"/>
                  </a:ext>
                </a:extLst>
              </p:cNvPr>
              <p:cNvSpPr txBox="1"/>
              <p:nvPr/>
            </p:nvSpPr>
            <p:spPr>
              <a:xfrm>
                <a:off x="374855" y="2243928"/>
                <a:ext cx="5123527" cy="6860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800" dirty="0"/>
                  <a:t>Area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53617C-3411-2104-7A77-BD8355A8D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855" y="2243928"/>
                <a:ext cx="5123527" cy="686085"/>
              </a:xfrm>
              <a:prstGeom prst="rect">
                <a:avLst/>
              </a:prstGeom>
              <a:blipFill>
                <a:blip r:embed="rId4"/>
                <a:stretch>
                  <a:fillRect l="-2378" b="-15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7211577-01E3-377A-3760-9EE87B9D868A}"/>
              </a:ext>
            </a:extLst>
          </p:cNvPr>
          <p:cNvSpPr txBox="1"/>
          <p:nvPr/>
        </p:nvSpPr>
        <p:spPr>
          <a:xfrm>
            <a:off x="-191729" y="1817197"/>
            <a:ext cx="6095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General Formula (for x integration):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8107C4-8D7C-1533-F921-49B97EBF6334}"/>
                  </a:ext>
                </a:extLst>
              </p:cNvPr>
              <p:cNvSpPr txBox="1"/>
              <p:nvPr/>
            </p:nvSpPr>
            <p:spPr>
              <a:xfrm>
                <a:off x="-111382" y="3429000"/>
                <a:ext cx="609599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dirty="0"/>
                  <a:t>In practice, you need to explicitly solve for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and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8107C4-8D7C-1533-F921-49B97EBF6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382" y="3429000"/>
                <a:ext cx="6095999" cy="1384995"/>
              </a:xfrm>
              <a:prstGeom prst="rect">
                <a:avLst/>
              </a:prstGeom>
              <a:blipFill>
                <a:blip r:embed="rId5"/>
                <a:stretch>
                  <a:fillRect t="-4846" b="-11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460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E617-7CFD-2737-3A0D-B7E0DEDA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39BAEB-A031-949C-D87F-0D5705B8861D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D70925-A408-1331-E882-547DC91F4D7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A9C0C5-6E66-25EF-EDF5-2357446EE740}"/>
              </a:ext>
            </a:extLst>
          </p:cNvPr>
          <p:cNvSpPr txBox="1"/>
          <p:nvPr/>
        </p:nvSpPr>
        <p:spPr>
          <a:xfrm>
            <a:off x="2856270" y="378561"/>
            <a:ext cx="7270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 Complicated Curve 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E507FB-FFDD-2028-C26E-95B9740BA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230" y="1707433"/>
            <a:ext cx="5579807" cy="38748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E5C3DC-3B7E-3E65-E2C1-501F546EFBDF}"/>
                  </a:ext>
                </a:extLst>
              </p:cNvPr>
              <p:cNvSpPr txBox="1"/>
              <p:nvPr/>
            </p:nvSpPr>
            <p:spPr>
              <a:xfrm>
                <a:off x="-191730" y="1707433"/>
                <a:ext cx="609599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800" dirty="0"/>
                  <a:t>In this example, we note that: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+10&gt;4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endParaRPr lang="en-US" sz="2800" dirty="0"/>
              </a:p>
              <a:p>
                <a:pPr lvl="1"/>
                <a:r>
                  <a:rPr lang="en-US" sz="2800" dirty="0"/>
                  <a:t>		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in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[−2,−1)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(3,5]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E5C3DC-3B7E-3E65-E2C1-501F546EF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1730" y="1707433"/>
                <a:ext cx="6095999" cy="1384995"/>
              </a:xfrm>
              <a:prstGeom prst="rect">
                <a:avLst/>
              </a:prstGeom>
              <a:blipFill>
                <a:blip r:embed="rId4"/>
                <a:stretch>
                  <a:fillRect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1F742-09C0-2163-02FD-5E963C83DE20}"/>
                  </a:ext>
                </a:extLst>
              </p:cNvPr>
              <p:cNvSpPr txBox="1"/>
              <p:nvPr/>
            </p:nvSpPr>
            <p:spPr>
              <a:xfrm>
                <a:off x="-191731" y="3092428"/>
                <a:ext cx="609599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+10&lt;4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endParaRPr lang="en-US" sz="2800" dirty="0"/>
              </a:p>
              <a:p>
                <a:pPr lvl="1"/>
                <a:r>
                  <a:rPr lang="en-US" sz="2800" dirty="0"/>
                  <a:t>		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in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(−1,3)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1F742-09C0-2163-02FD-5E963C83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1731" y="3092428"/>
                <a:ext cx="6095999" cy="954107"/>
              </a:xfrm>
              <a:prstGeom prst="rect">
                <a:avLst/>
              </a:prstGeom>
              <a:blipFill>
                <a:blip r:embed="rId5"/>
                <a:stretch>
                  <a:fillRect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737E89-EBAC-ECC5-29A8-2E4FA644E9FC}"/>
                  </a:ext>
                </a:extLst>
              </p:cNvPr>
              <p:cNvSpPr txBox="1"/>
              <p:nvPr/>
            </p:nvSpPr>
            <p:spPr>
              <a:xfrm>
                <a:off x="525105" y="4131000"/>
                <a:ext cx="5123527" cy="6860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800" dirty="0"/>
                  <a:t>Area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737E89-EBAC-ECC5-29A8-2E4FA644E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05" y="4131000"/>
                <a:ext cx="5123527" cy="686085"/>
              </a:xfrm>
              <a:prstGeom prst="rect">
                <a:avLst/>
              </a:prstGeom>
              <a:blipFill>
                <a:blip r:embed="rId6"/>
                <a:stretch>
                  <a:fillRect l="-2378" b="-16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588006-A275-3826-B744-248CBA265878}"/>
                  </a:ext>
                </a:extLst>
              </p:cNvPr>
              <p:cNvSpPr txBox="1"/>
              <p:nvPr/>
            </p:nvSpPr>
            <p:spPr>
              <a:xfrm>
                <a:off x="356421" y="5428150"/>
                <a:ext cx="11154699" cy="1288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800" dirty="0"/>
                  <a:t>Area =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−16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+10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−16</m:t>
                                  </m:r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588006-A275-3826-B744-248CBA265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21" y="5428150"/>
                <a:ext cx="11154699" cy="1288943"/>
              </a:xfrm>
              <a:prstGeom prst="rect">
                <a:avLst/>
              </a:prstGeom>
              <a:blipFill>
                <a:blip r:embed="rId7"/>
                <a:stretch>
                  <a:fillRect l="-1093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403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4E869-E3D0-6943-2AB9-EC266176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A9CB35-F602-8EDB-3357-8E678A17A5FF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FEF72-360D-1D94-E50C-A0626AA02AF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BC2C6B-63CC-AF06-6E2C-77A97F882342}"/>
                  </a:ext>
                </a:extLst>
              </p:cNvPr>
              <p:cNvSpPr txBox="1"/>
              <p:nvPr/>
            </p:nvSpPr>
            <p:spPr>
              <a:xfrm>
                <a:off x="3008672" y="131924"/>
                <a:ext cx="550114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Area Between Curves</a:t>
                </a:r>
              </a:p>
              <a:p>
                <a:pPr algn="ctr"/>
                <a:r>
                  <a:rPr lang="en-US" sz="3200" b="1" dirty="0">
                    <a:solidFill>
                      <a:schemeClr val="bg1"/>
                    </a:solidFill>
                  </a:rPr>
                  <a:t>Edges as functions of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BC2C6B-63CC-AF06-6E2C-77A97F882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672" y="131924"/>
                <a:ext cx="5501147" cy="1200329"/>
              </a:xfrm>
              <a:prstGeom prst="rect">
                <a:avLst/>
              </a:prstGeom>
              <a:blipFill>
                <a:blip r:embed="rId3"/>
                <a:stretch>
                  <a:fillRect l="-443" t="-9137" r="-222" b="-16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9A044950-9692-750D-8E34-9EE127340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341" y="1704896"/>
            <a:ext cx="4938866" cy="50211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2860F1-A30A-A19E-2386-509F914FE5BB}"/>
              </a:ext>
            </a:extLst>
          </p:cNvPr>
          <p:cNvSpPr txBox="1"/>
          <p:nvPr/>
        </p:nvSpPr>
        <p:spPr>
          <a:xfrm>
            <a:off x="0" y="1833001"/>
            <a:ext cx="10077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What do we do in this scenario?</a:t>
            </a:r>
          </a:p>
        </p:txBody>
      </p:sp>
    </p:spTree>
    <p:extLst>
      <p:ext uri="{BB962C8B-B14F-4D97-AF65-F5344CB8AC3E}">
        <p14:creationId xmlns:p14="http://schemas.microsoft.com/office/powerpoint/2010/main" val="3938551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81851-D0BF-AB8D-C76E-EB4912F3C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BBD224-4760-8D62-ECE6-CFDC438959BA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69B2E8-7010-D3C4-7FEF-72D953A400B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DC8454-6A77-FFB9-3A3A-2FB47B7B1B4A}"/>
                  </a:ext>
                </a:extLst>
              </p:cNvPr>
              <p:cNvSpPr txBox="1"/>
              <p:nvPr/>
            </p:nvSpPr>
            <p:spPr>
              <a:xfrm>
                <a:off x="3008672" y="131924"/>
                <a:ext cx="550114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Area Between Curves</a:t>
                </a:r>
              </a:p>
              <a:p>
                <a:pPr algn="ctr"/>
                <a:r>
                  <a:rPr lang="en-US" sz="3200" b="1" dirty="0">
                    <a:solidFill>
                      <a:schemeClr val="bg1"/>
                    </a:solidFill>
                  </a:rPr>
                  <a:t>Edges as functions of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DC8454-6A77-FFB9-3A3A-2FB47B7B1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672" y="131924"/>
                <a:ext cx="5501147" cy="1200329"/>
              </a:xfrm>
              <a:prstGeom prst="rect">
                <a:avLst/>
              </a:prstGeom>
              <a:blipFill>
                <a:blip r:embed="rId3"/>
                <a:stretch>
                  <a:fillRect l="-443" t="-9137" r="-222" b="-16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BA85A017-A914-C4E6-A4D5-B6CD7592E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825" y="1710813"/>
            <a:ext cx="4938866" cy="50211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984890-4FDE-70C2-9D80-7A07F63FAE53}"/>
              </a:ext>
            </a:extLst>
          </p:cNvPr>
          <p:cNvSpPr txBox="1"/>
          <p:nvPr/>
        </p:nvSpPr>
        <p:spPr>
          <a:xfrm>
            <a:off x="-316169" y="1720249"/>
            <a:ext cx="7995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/>
              <a:t>Instead of a top function and a bottom function, we now have a left function and a right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08972C-BA5D-9B1A-F65C-8D046D07DBB2}"/>
                  </a:ext>
                </a:extLst>
              </p:cNvPr>
              <p:cNvSpPr txBox="1"/>
              <p:nvPr/>
            </p:nvSpPr>
            <p:spPr>
              <a:xfrm>
                <a:off x="272384" y="2797259"/>
                <a:ext cx="5472575" cy="28551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Function on right: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800" dirty="0"/>
              </a:p>
              <a:p>
                <a:pPr/>
                <a:r>
                  <a:rPr lang="en-US" sz="2800" dirty="0"/>
                  <a:t>Function on left: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Width of area is right function minus left function</a:t>
                </a:r>
              </a:p>
              <a:p>
                <a:pPr/>
                <a:endParaRPr lang="en-US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08972C-BA5D-9B1A-F65C-8D046D07D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84" y="2797259"/>
                <a:ext cx="5472575" cy="2855141"/>
              </a:xfrm>
              <a:prstGeom prst="rect">
                <a:avLst/>
              </a:prstGeom>
              <a:blipFill>
                <a:blip r:embed="rId5"/>
                <a:stretch>
                  <a:fillRect l="-2341" t="-2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D4BB1F-1583-B30C-6961-58FD33AAB072}"/>
                  </a:ext>
                </a:extLst>
              </p:cNvPr>
              <p:cNvSpPr txBox="1"/>
              <p:nvPr/>
            </p:nvSpPr>
            <p:spPr>
              <a:xfrm>
                <a:off x="272384" y="5432260"/>
                <a:ext cx="5123527" cy="705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800" dirty="0"/>
                  <a:t>Area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+3)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D4BB1F-1583-B30C-6961-58FD33AAB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84" y="5432260"/>
                <a:ext cx="5123527" cy="705706"/>
              </a:xfrm>
              <a:prstGeom prst="rect">
                <a:avLst/>
              </a:prstGeom>
              <a:blipFill>
                <a:blip r:embed="rId6"/>
                <a:stretch>
                  <a:fillRect l="-2500" b="-1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AEE18B-26CA-F3B0-204A-9C2C0B5B905E}"/>
                  </a:ext>
                </a:extLst>
              </p:cNvPr>
              <p:cNvSpPr txBox="1"/>
              <p:nvPr/>
            </p:nvSpPr>
            <p:spPr>
              <a:xfrm>
                <a:off x="389296" y="6356744"/>
                <a:ext cx="41728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**Note that the integration is over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!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AEE18B-26CA-F3B0-204A-9C2C0B5B9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96" y="6356744"/>
                <a:ext cx="4172871" cy="400110"/>
              </a:xfrm>
              <a:prstGeom prst="rect">
                <a:avLst/>
              </a:prstGeom>
              <a:blipFill>
                <a:blip r:embed="rId7"/>
                <a:stretch>
                  <a:fillRect l="-1608"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7768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300</Words>
  <Application>Microsoft Office PowerPoint</Application>
  <PresentationFormat>Widescreen</PresentationFormat>
  <Paragraphs>55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5</cp:revision>
  <cp:lastPrinted>2025-08-21T02:00:35Z</cp:lastPrinted>
  <dcterms:created xsi:type="dcterms:W3CDTF">2025-08-20T23:47:39Z</dcterms:created>
  <dcterms:modified xsi:type="dcterms:W3CDTF">2026-01-21T03:27:54Z</dcterms:modified>
</cp:coreProperties>
</file>