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BDB0E"/>
    <a:srgbClr val="D5D668"/>
    <a:srgbClr val="064E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AA3AC-AC67-422B-9200-B71BABD4D3F1}" v="859" dt="2026-01-16T02:27:38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">
      <pc:chgData name="Jacob Wyngaard" userId="6181fcd471e98458" providerId="LiveId" clId="{788BA123-62C9-4DDC-86E5-A6BCA4600216}" dt="2026-01-16T02:27:43.845" v="2288" actId="1076"/>
      <pc:docMkLst>
        <pc:docMk/>
      </pc:docMkLst>
      <pc:sldChg chg="modSp mod">
        <pc:chgData name="Jacob Wyngaard" userId="6181fcd471e98458" providerId="LiveId" clId="{788BA123-62C9-4DDC-86E5-A6BCA4600216}" dt="2026-01-16T00:53:13.815" v="23" actId="1076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1-16T00:53:13.815" v="23" actId="1076"/>
          <ac:spMkLst>
            <pc:docMk/>
            <pc:sldMk cId="1116112418" sldId="256"/>
            <ac:spMk id="2" creationId="{671C48F4-EC8B-9D87-E495-936CA1EC5A08}"/>
          </ac:spMkLst>
        </pc:spChg>
      </pc:sldChg>
      <pc:sldChg chg="modSp mod">
        <pc:chgData name="Jacob Wyngaard" userId="6181fcd471e98458" providerId="LiveId" clId="{788BA123-62C9-4DDC-86E5-A6BCA4600216}" dt="2026-01-16T01:34:11.965" v="181"/>
        <pc:sldMkLst>
          <pc:docMk/>
          <pc:sldMk cId="1388335378" sldId="259"/>
        </pc:sldMkLst>
        <pc:spChg chg="mod">
          <ac:chgData name="Jacob Wyngaard" userId="6181fcd471e98458" providerId="LiveId" clId="{788BA123-62C9-4DDC-86E5-A6BCA4600216}" dt="2026-01-16T01:34:11.965" v="181"/>
          <ac:spMkLst>
            <pc:docMk/>
            <pc:sldMk cId="1388335378" sldId="259"/>
            <ac:spMk id="3" creationId="{71059FC0-8796-1ECD-C623-A630EE4D1B17}"/>
          </ac:spMkLst>
        </pc:spChg>
      </pc:sldChg>
      <pc:sldChg chg="addSp delSp modSp mod">
        <pc:chgData name="Jacob Wyngaard" userId="6181fcd471e98458" providerId="LiveId" clId="{788BA123-62C9-4DDC-86E5-A6BCA4600216}" dt="2026-01-16T01:41:24.149" v="395" actId="478"/>
        <pc:sldMkLst>
          <pc:docMk/>
          <pc:sldMk cId="1526671245" sldId="282"/>
        </pc:sldMkLst>
        <pc:spChg chg="del mod">
          <ac:chgData name="Jacob Wyngaard" userId="6181fcd471e98458" providerId="LiveId" clId="{788BA123-62C9-4DDC-86E5-A6BCA4600216}" dt="2026-01-16T01:36:46.871" v="260" actId="478"/>
          <ac:spMkLst>
            <pc:docMk/>
            <pc:sldMk cId="1526671245" sldId="282"/>
            <ac:spMk id="4" creationId="{786156B0-0227-8A11-6A38-9986AA375281}"/>
          </ac:spMkLst>
        </pc:spChg>
        <pc:spChg chg="del">
          <ac:chgData name="Jacob Wyngaard" userId="6181fcd471e98458" providerId="LiveId" clId="{788BA123-62C9-4DDC-86E5-A6BCA4600216}" dt="2026-01-16T01:36:48.756" v="261" actId="478"/>
          <ac:spMkLst>
            <pc:docMk/>
            <pc:sldMk cId="1526671245" sldId="282"/>
            <ac:spMk id="7" creationId="{DC8E367A-05D7-3001-24EE-4ECEF42F06A4}"/>
          </ac:spMkLst>
        </pc:spChg>
        <pc:spChg chg="mod">
          <ac:chgData name="Jacob Wyngaard" userId="6181fcd471e98458" providerId="LiveId" clId="{788BA123-62C9-4DDC-86E5-A6BCA4600216}" dt="2026-01-16T00:57:42.014" v="171" actId="1076"/>
          <ac:spMkLst>
            <pc:docMk/>
            <pc:sldMk cId="1526671245" sldId="282"/>
            <ac:spMk id="9" creationId="{6C40A74F-CE09-A339-E5C9-6F24D4C3DE9B}"/>
          </ac:spMkLst>
        </pc:spChg>
        <pc:spChg chg="del">
          <ac:chgData name="Jacob Wyngaard" userId="6181fcd471e98458" providerId="LiveId" clId="{788BA123-62C9-4DDC-86E5-A6BCA4600216}" dt="2026-01-16T01:36:49.695" v="262" actId="478"/>
          <ac:spMkLst>
            <pc:docMk/>
            <pc:sldMk cId="1526671245" sldId="282"/>
            <ac:spMk id="10" creationId="{EB12E101-955B-E5DB-CBCC-2224D1D74F4F}"/>
          </ac:spMkLst>
        </pc:spChg>
        <pc:spChg chg="mod">
          <ac:chgData name="Jacob Wyngaard" userId="6181fcd471e98458" providerId="LiveId" clId="{788BA123-62C9-4DDC-86E5-A6BCA4600216}" dt="2026-01-16T01:37:46.285" v="274" actId="20577"/>
          <ac:spMkLst>
            <pc:docMk/>
            <pc:sldMk cId="1526671245" sldId="282"/>
            <ac:spMk id="11" creationId="{0A34939C-F0C3-7291-4244-CED53F49AC71}"/>
          </ac:spMkLst>
        </pc:spChg>
        <pc:spChg chg="add mod">
          <ac:chgData name="Jacob Wyngaard" userId="6181fcd471e98458" providerId="LiveId" clId="{788BA123-62C9-4DDC-86E5-A6BCA4600216}" dt="2026-01-16T01:39:37.469" v="327" actId="1036"/>
          <ac:spMkLst>
            <pc:docMk/>
            <pc:sldMk cId="1526671245" sldId="282"/>
            <ac:spMk id="12" creationId="{96D7C097-4615-5260-EB3C-F60B229E7763}"/>
          </ac:spMkLst>
        </pc:spChg>
        <pc:spChg chg="mod">
          <ac:chgData name="Jacob Wyngaard" userId="6181fcd471e98458" providerId="LiveId" clId="{788BA123-62C9-4DDC-86E5-A6BCA4600216}" dt="2026-01-16T01:39:03.359" v="311" actId="207"/>
          <ac:spMkLst>
            <pc:docMk/>
            <pc:sldMk cId="1526671245" sldId="282"/>
            <ac:spMk id="13" creationId="{B27FAF8F-9AA1-9CAB-EF0B-F7603A12A30A}"/>
          </ac:spMkLst>
        </pc:spChg>
        <pc:spChg chg="add mod">
          <ac:chgData name="Jacob Wyngaard" userId="6181fcd471e98458" providerId="LiveId" clId="{788BA123-62C9-4DDC-86E5-A6BCA4600216}" dt="2026-01-16T01:39:48.144" v="329" actId="1076"/>
          <ac:spMkLst>
            <pc:docMk/>
            <pc:sldMk cId="1526671245" sldId="282"/>
            <ac:spMk id="14" creationId="{38626ECB-D863-B504-DC4F-448D9A78CBE7}"/>
          </ac:spMkLst>
        </pc:spChg>
        <pc:spChg chg="del mod">
          <ac:chgData name="Jacob Wyngaard" userId="6181fcd471e98458" providerId="LiveId" clId="{788BA123-62C9-4DDC-86E5-A6BCA4600216}" dt="2026-01-16T01:41:24.149" v="395" actId="478"/>
          <ac:spMkLst>
            <pc:docMk/>
            <pc:sldMk cId="1526671245" sldId="282"/>
            <ac:spMk id="16" creationId="{7DD8E434-7CF2-888A-5CC7-21D7A1976593}"/>
          </ac:spMkLst>
        </pc:spChg>
        <pc:spChg chg="add mod">
          <ac:chgData name="Jacob Wyngaard" userId="6181fcd471e98458" providerId="LiveId" clId="{788BA123-62C9-4DDC-86E5-A6BCA4600216}" dt="2026-01-16T01:39:59.056" v="335" actId="1035"/>
          <ac:spMkLst>
            <pc:docMk/>
            <pc:sldMk cId="1526671245" sldId="282"/>
            <ac:spMk id="19" creationId="{F3F082AB-9433-3C02-57FB-4F77D4436998}"/>
          </ac:spMkLst>
        </pc:spChg>
        <pc:spChg chg="add mod">
          <ac:chgData name="Jacob Wyngaard" userId="6181fcd471e98458" providerId="LiveId" clId="{788BA123-62C9-4DDC-86E5-A6BCA4600216}" dt="2026-01-16T01:40:28.279" v="352" actId="1038"/>
          <ac:spMkLst>
            <pc:docMk/>
            <pc:sldMk cId="1526671245" sldId="282"/>
            <ac:spMk id="20" creationId="{96617591-6407-AD47-6985-2F2DF7F68CC6}"/>
          </ac:spMkLst>
        </pc:spChg>
        <pc:spChg chg="add mod">
          <ac:chgData name="Jacob Wyngaard" userId="6181fcd471e98458" providerId="LiveId" clId="{788BA123-62C9-4DDC-86E5-A6BCA4600216}" dt="2026-01-16T01:40:35.822" v="364" actId="1038"/>
          <ac:spMkLst>
            <pc:docMk/>
            <pc:sldMk cId="1526671245" sldId="282"/>
            <ac:spMk id="23" creationId="{884116D2-FF4F-A725-D250-4D4D5F75F920}"/>
          </ac:spMkLst>
        </pc:spChg>
        <pc:cxnChg chg="add mod">
          <ac:chgData name="Jacob Wyngaard" userId="6181fcd471e98458" providerId="LiveId" clId="{788BA123-62C9-4DDC-86E5-A6BCA4600216}" dt="2026-01-16T01:39:33.383" v="325" actId="1035"/>
          <ac:cxnSpMkLst>
            <pc:docMk/>
            <pc:sldMk cId="1526671245" sldId="282"/>
            <ac:cxnSpMk id="5" creationId="{63ABA7F2-2F85-6312-E67C-97D8CD4A44B5}"/>
          </ac:cxnSpMkLst>
        </pc:cxnChg>
        <pc:cxnChg chg="add del mod">
          <ac:chgData name="Jacob Wyngaard" userId="6181fcd471e98458" providerId="LiveId" clId="{788BA123-62C9-4DDC-86E5-A6BCA4600216}" dt="2026-01-16T01:38:31.501" v="284" actId="208"/>
          <ac:cxnSpMkLst>
            <pc:docMk/>
            <pc:sldMk cId="1526671245" sldId="282"/>
            <ac:cxnSpMk id="15" creationId="{700211D2-AC71-82ED-DA6B-5509107898A8}"/>
          </ac:cxnSpMkLst>
        </pc:cxnChg>
        <pc:cxnChg chg="add mod">
          <ac:chgData name="Jacob Wyngaard" userId="6181fcd471e98458" providerId="LiveId" clId="{788BA123-62C9-4DDC-86E5-A6BCA4600216}" dt="2026-01-16T01:39:48.144" v="329" actId="1076"/>
          <ac:cxnSpMkLst>
            <pc:docMk/>
            <pc:sldMk cId="1526671245" sldId="282"/>
            <ac:cxnSpMk id="17" creationId="{77ADB6EC-6111-7D7A-3B6C-9355045A8A99}"/>
          </ac:cxnSpMkLst>
        </pc:cxnChg>
        <pc:cxnChg chg="add mod">
          <ac:chgData name="Jacob Wyngaard" userId="6181fcd471e98458" providerId="LiveId" clId="{788BA123-62C9-4DDC-86E5-A6BCA4600216}" dt="2026-01-16T01:39:48.144" v="329" actId="1076"/>
          <ac:cxnSpMkLst>
            <pc:docMk/>
            <pc:sldMk cId="1526671245" sldId="282"/>
            <ac:cxnSpMk id="18" creationId="{ECC105C5-BB95-1CBA-01B7-C7F10BEBB6A5}"/>
          </ac:cxnSpMkLst>
        </pc:cxnChg>
        <pc:cxnChg chg="add mod">
          <ac:chgData name="Jacob Wyngaard" userId="6181fcd471e98458" providerId="LiveId" clId="{788BA123-62C9-4DDC-86E5-A6BCA4600216}" dt="2026-01-16T01:40:28.279" v="352" actId="1038"/>
          <ac:cxnSpMkLst>
            <pc:docMk/>
            <pc:sldMk cId="1526671245" sldId="282"/>
            <ac:cxnSpMk id="21" creationId="{22AEB0AE-5F3D-AE9F-E8D6-4C019D5C7BE1}"/>
          </ac:cxnSpMkLst>
        </pc:cxnChg>
        <pc:cxnChg chg="add mod">
          <ac:chgData name="Jacob Wyngaard" userId="6181fcd471e98458" providerId="LiveId" clId="{788BA123-62C9-4DDC-86E5-A6BCA4600216}" dt="2026-01-16T01:40:35.822" v="364" actId="1038"/>
          <ac:cxnSpMkLst>
            <pc:docMk/>
            <pc:sldMk cId="1526671245" sldId="282"/>
            <ac:cxnSpMk id="22" creationId="{09C818E5-2864-ECBE-7D2B-5CAA5A3F6597}"/>
          </ac:cxnSpMkLst>
        </pc:cxnChg>
      </pc:sldChg>
      <pc:sldChg chg="addSp delSp modSp add mod">
        <pc:chgData name="Jacob Wyngaard" userId="6181fcd471e98458" providerId="LiveId" clId="{788BA123-62C9-4DDC-86E5-A6BCA4600216}" dt="2026-01-16T01:46:40.926" v="564" actId="1076"/>
        <pc:sldMkLst>
          <pc:docMk/>
          <pc:sldMk cId="3891928942" sldId="283"/>
        </pc:sldMkLst>
        <pc:spChg chg="add mod">
          <ac:chgData name="Jacob Wyngaard" userId="6181fcd471e98458" providerId="LiveId" clId="{788BA123-62C9-4DDC-86E5-A6BCA4600216}" dt="2026-01-16T01:44:25.081" v="481" actId="1076"/>
          <ac:spMkLst>
            <pc:docMk/>
            <pc:sldMk cId="3891928942" sldId="283"/>
            <ac:spMk id="2" creationId="{6EF0AEA3-7887-D3A9-5A25-9A7D4983461D}"/>
          </ac:spMkLst>
        </pc:spChg>
        <pc:spChg chg="add mod">
          <ac:chgData name="Jacob Wyngaard" userId="6181fcd471e98458" providerId="LiveId" clId="{788BA123-62C9-4DDC-86E5-A6BCA4600216}" dt="2026-01-16T01:46:40.926" v="564" actId="1076"/>
          <ac:spMkLst>
            <pc:docMk/>
            <pc:sldMk cId="3891928942" sldId="283"/>
            <ac:spMk id="3" creationId="{55CA0219-5F34-C69F-4CD0-4A89A04B4582}"/>
          </ac:spMkLst>
        </pc:spChg>
        <pc:spChg chg="add mod">
          <ac:chgData name="Jacob Wyngaard" userId="6181fcd471e98458" providerId="LiveId" clId="{788BA123-62C9-4DDC-86E5-A6BCA4600216}" dt="2026-01-16T01:44:13.097" v="477" actId="14100"/>
          <ac:spMkLst>
            <pc:docMk/>
            <pc:sldMk cId="3891928942" sldId="283"/>
            <ac:spMk id="7" creationId="{42967986-7924-8E42-15A4-3CAED0C003ED}"/>
          </ac:spMkLst>
        </pc:spChg>
        <pc:spChg chg="add mod">
          <ac:chgData name="Jacob Wyngaard" userId="6181fcd471e98458" providerId="LiveId" clId="{788BA123-62C9-4DDC-86E5-A6BCA4600216}" dt="2026-01-16T01:45:47.864" v="543" actId="20577"/>
          <ac:spMkLst>
            <pc:docMk/>
            <pc:sldMk cId="3891928942" sldId="283"/>
            <ac:spMk id="10" creationId="{496F0A6A-9DB8-6919-59D9-65EBE2FFCBF3}"/>
          </ac:spMkLst>
        </pc:spChg>
        <pc:spChg chg="mod">
          <ac:chgData name="Jacob Wyngaard" userId="6181fcd471e98458" providerId="LiveId" clId="{788BA123-62C9-4DDC-86E5-A6BCA4600216}" dt="2026-01-16T01:44:51.041" v="511" actId="20577"/>
          <ac:spMkLst>
            <pc:docMk/>
            <pc:sldMk cId="3891928942" sldId="283"/>
            <ac:spMk id="11" creationId="{7DF4ACB7-D07F-C9C9-897B-037EEE339281}"/>
          </ac:spMkLst>
        </pc:spChg>
        <pc:spChg chg="del">
          <ac:chgData name="Jacob Wyngaard" userId="6181fcd471e98458" providerId="LiveId" clId="{788BA123-62C9-4DDC-86E5-A6BCA4600216}" dt="2026-01-16T01:41:57.389" v="411" actId="478"/>
          <ac:spMkLst>
            <pc:docMk/>
            <pc:sldMk cId="3891928942" sldId="283"/>
            <ac:spMk id="12" creationId="{C14C2E57-85C4-8A1A-C7B7-BD9DE4F6403C}"/>
          </ac:spMkLst>
        </pc:spChg>
        <pc:spChg chg="del">
          <ac:chgData name="Jacob Wyngaard" userId="6181fcd471e98458" providerId="LiveId" clId="{788BA123-62C9-4DDC-86E5-A6BCA4600216}" dt="2026-01-16T01:41:59.677" v="414" actId="478"/>
          <ac:spMkLst>
            <pc:docMk/>
            <pc:sldMk cId="3891928942" sldId="283"/>
            <ac:spMk id="13" creationId="{EB4B698B-DCCC-199F-2644-8D4DF69ACB82}"/>
          </ac:spMkLst>
        </pc:spChg>
        <pc:spChg chg="del">
          <ac:chgData name="Jacob Wyngaard" userId="6181fcd471e98458" providerId="LiveId" clId="{788BA123-62C9-4DDC-86E5-A6BCA4600216}" dt="2026-01-16T01:42:01.258" v="416" actId="478"/>
          <ac:spMkLst>
            <pc:docMk/>
            <pc:sldMk cId="3891928942" sldId="283"/>
            <ac:spMk id="14" creationId="{36E53AA1-CEBF-7344-C13F-9F2318B6B32B}"/>
          </ac:spMkLst>
        </pc:spChg>
        <pc:spChg chg="del">
          <ac:chgData name="Jacob Wyngaard" userId="6181fcd471e98458" providerId="LiveId" clId="{788BA123-62C9-4DDC-86E5-A6BCA4600216}" dt="2026-01-16T01:41:27.963" v="396" actId="478"/>
          <ac:spMkLst>
            <pc:docMk/>
            <pc:sldMk cId="3891928942" sldId="283"/>
            <ac:spMk id="16" creationId="{35C6F966-6A80-59F7-D9F4-6B6877CA3622}"/>
          </ac:spMkLst>
        </pc:spChg>
        <pc:spChg chg="del">
          <ac:chgData name="Jacob Wyngaard" userId="6181fcd471e98458" providerId="LiveId" clId="{788BA123-62C9-4DDC-86E5-A6BCA4600216}" dt="2026-01-16T01:42:02.688" v="418" actId="478"/>
          <ac:spMkLst>
            <pc:docMk/>
            <pc:sldMk cId="3891928942" sldId="283"/>
            <ac:spMk id="19" creationId="{DBD9C990-20B2-D029-E499-0403E2C99C75}"/>
          </ac:spMkLst>
        </pc:spChg>
        <pc:spChg chg="del">
          <ac:chgData name="Jacob Wyngaard" userId="6181fcd471e98458" providerId="LiveId" clId="{788BA123-62C9-4DDC-86E5-A6BCA4600216}" dt="2026-01-16T01:42:04.190" v="420" actId="478"/>
          <ac:spMkLst>
            <pc:docMk/>
            <pc:sldMk cId="3891928942" sldId="283"/>
            <ac:spMk id="20" creationId="{FE87F1A6-EAF8-7D07-AADE-063859BCA04E}"/>
          </ac:spMkLst>
        </pc:spChg>
        <pc:spChg chg="del">
          <ac:chgData name="Jacob Wyngaard" userId="6181fcd471e98458" providerId="LiveId" clId="{788BA123-62C9-4DDC-86E5-A6BCA4600216}" dt="2026-01-16T01:42:05.721" v="422" actId="478"/>
          <ac:spMkLst>
            <pc:docMk/>
            <pc:sldMk cId="3891928942" sldId="283"/>
            <ac:spMk id="23" creationId="{61D1D0E4-B603-AC04-998D-D859A552EC0D}"/>
          </ac:spMkLst>
        </pc:spChg>
        <pc:cxnChg chg="del">
          <ac:chgData name="Jacob Wyngaard" userId="6181fcd471e98458" providerId="LiveId" clId="{788BA123-62C9-4DDC-86E5-A6BCA4600216}" dt="2026-01-16T01:41:58.545" v="413" actId="478"/>
          <ac:cxnSpMkLst>
            <pc:docMk/>
            <pc:sldMk cId="3891928942" sldId="283"/>
            <ac:cxnSpMk id="5" creationId="{6E5C894E-FDD0-75A7-AB32-7FFD4794AD57}"/>
          </ac:cxnSpMkLst>
        </pc:cxnChg>
        <pc:cxnChg chg="del">
          <ac:chgData name="Jacob Wyngaard" userId="6181fcd471e98458" providerId="LiveId" clId="{788BA123-62C9-4DDC-86E5-A6BCA4600216}" dt="2026-01-16T01:41:58.022" v="412" actId="478"/>
          <ac:cxnSpMkLst>
            <pc:docMk/>
            <pc:sldMk cId="3891928942" sldId="283"/>
            <ac:cxnSpMk id="15" creationId="{BE97D313-C5B3-19D4-1739-C63363B21AF1}"/>
          </ac:cxnSpMkLst>
        </pc:cxnChg>
        <pc:cxnChg chg="del">
          <ac:chgData name="Jacob Wyngaard" userId="6181fcd471e98458" providerId="LiveId" clId="{788BA123-62C9-4DDC-86E5-A6BCA4600216}" dt="2026-01-16T01:42:00.506" v="415" actId="478"/>
          <ac:cxnSpMkLst>
            <pc:docMk/>
            <pc:sldMk cId="3891928942" sldId="283"/>
            <ac:cxnSpMk id="17" creationId="{A748BADE-47C7-C733-9411-F6FD5A1C137E}"/>
          </ac:cxnSpMkLst>
        </pc:cxnChg>
        <pc:cxnChg chg="del">
          <ac:chgData name="Jacob Wyngaard" userId="6181fcd471e98458" providerId="LiveId" clId="{788BA123-62C9-4DDC-86E5-A6BCA4600216}" dt="2026-01-16T01:42:02.019" v="417" actId="478"/>
          <ac:cxnSpMkLst>
            <pc:docMk/>
            <pc:sldMk cId="3891928942" sldId="283"/>
            <ac:cxnSpMk id="18" creationId="{215C5EE3-713D-1C86-9463-3511B90DCDE0}"/>
          </ac:cxnSpMkLst>
        </pc:cxnChg>
        <pc:cxnChg chg="del">
          <ac:chgData name="Jacob Wyngaard" userId="6181fcd471e98458" providerId="LiveId" clId="{788BA123-62C9-4DDC-86E5-A6BCA4600216}" dt="2026-01-16T01:42:03.353" v="419" actId="478"/>
          <ac:cxnSpMkLst>
            <pc:docMk/>
            <pc:sldMk cId="3891928942" sldId="283"/>
            <ac:cxnSpMk id="21" creationId="{C0298D0F-3054-0041-F39C-0DF8909D1517}"/>
          </ac:cxnSpMkLst>
        </pc:cxnChg>
        <pc:cxnChg chg="del">
          <ac:chgData name="Jacob Wyngaard" userId="6181fcd471e98458" providerId="LiveId" clId="{788BA123-62C9-4DDC-86E5-A6BCA4600216}" dt="2026-01-16T01:42:05.066" v="421" actId="478"/>
          <ac:cxnSpMkLst>
            <pc:docMk/>
            <pc:sldMk cId="3891928942" sldId="283"/>
            <ac:cxnSpMk id="22" creationId="{86D1D918-AF94-AD10-3358-80D6C30C83CE}"/>
          </ac:cxnSpMkLst>
        </pc:cxnChg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253019165" sldId="284"/>
        </pc:sldMkLst>
      </pc:sldChg>
      <pc:sldChg chg="addSp delSp modSp add mod">
        <pc:chgData name="Jacob Wyngaard" userId="6181fcd471e98458" providerId="LiveId" clId="{788BA123-62C9-4DDC-86E5-A6BCA4600216}" dt="2026-01-16T02:27:04.185" v="2282" actId="1076"/>
        <pc:sldMkLst>
          <pc:docMk/>
          <pc:sldMk cId="3967072781" sldId="284"/>
        </pc:sldMkLst>
        <pc:spChg chg="del">
          <ac:chgData name="Jacob Wyngaard" userId="6181fcd471e98458" providerId="LiveId" clId="{788BA123-62C9-4DDC-86E5-A6BCA4600216}" dt="2026-01-16T01:51:26.543" v="590" actId="478"/>
          <ac:spMkLst>
            <pc:docMk/>
            <pc:sldMk cId="3967072781" sldId="284"/>
            <ac:spMk id="2" creationId="{547FA5A3-4709-DBA1-7909-8AC3C2D1E9AB}"/>
          </ac:spMkLst>
        </pc:spChg>
        <pc:spChg chg="del">
          <ac:chgData name="Jacob Wyngaard" userId="6181fcd471e98458" providerId="LiveId" clId="{788BA123-62C9-4DDC-86E5-A6BCA4600216}" dt="2026-01-16T01:51:23.162" v="588" actId="478"/>
          <ac:spMkLst>
            <pc:docMk/>
            <pc:sldMk cId="3967072781" sldId="284"/>
            <ac:spMk id="3" creationId="{58FD5EC5-D1CC-21EB-2736-5AFE724724BA}"/>
          </ac:spMkLst>
        </pc:spChg>
        <pc:spChg chg="add mod">
          <ac:chgData name="Jacob Wyngaard" userId="6181fcd471e98458" providerId="LiveId" clId="{788BA123-62C9-4DDC-86E5-A6BCA4600216}" dt="2026-01-16T02:02:12.630" v="1047" actId="20577"/>
          <ac:spMkLst>
            <pc:docMk/>
            <pc:sldMk cId="3967072781" sldId="284"/>
            <ac:spMk id="5" creationId="{60DA8DE2-BE53-738A-5C63-2D0FB055BABD}"/>
          </ac:spMkLst>
        </pc:spChg>
        <pc:spChg chg="del">
          <ac:chgData name="Jacob Wyngaard" userId="6181fcd471e98458" providerId="LiveId" clId="{788BA123-62C9-4DDC-86E5-A6BCA4600216}" dt="2026-01-16T01:51:27.338" v="591" actId="478"/>
          <ac:spMkLst>
            <pc:docMk/>
            <pc:sldMk cId="3967072781" sldId="284"/>
            <ac:spMk id="7" creationId="{0FE50D22-91B6-1033-CCD7-71BCC89B1611}"/>
          </ac:spMkLst>
        </pc:spChg>
        <pc:spChg chg="mod">
          <ac:chgData name="Jacob Wyngaard" userId="6181fcd471e98458" providerId="LiveId" clId="{788BA123-62C9-4DDC-86E5-A6BCA4600216}" dt="2026-01-16T02:01:29.742" v="1041" actId="1035"/>
          <ac:spMkLst>
            <pc:docMk/>
            <pc:sldMk cId="3967072781" sldId="284"/>
            <ac:spMk id="8" creationId="{C1CA41BF-BBFD-FE38-6DF1-C7679A3318DD}"/>
          </ac:spMkLst>
        </pc:spChg>
        <pc:spChg chg="mod">
          <ac:chgData name="Jacob Wyngaard" userId="6181fcd471e98458" providerId="LiveId" clId="{788BA123-62C9-4DDC-86E5-A6BCA4600216}" dt="2026-01-16T01:54:28.218" v="633" actId="20577"/>
          <ac:spMkLst>
            <pc:docMk/>
            <pc:sldMk cId="3967072781" sldId="284"/>
            <ac:spMk id="9" creationId="{FF7DF63F-FC24-0617-D88D-8622CFAEA875}"/>
          </ac:spMkLst>
        </pc:spChg>
        <pc:spChg chg="del">
          <ac:chgData name="Jacob Wyngaard" userId="6181fcd471e98458" providerId="LiveId" clId="{788BA123-62C9-4DDC-86E5-A6BCA4600216}" dt="2026-01-16T01:51:24.701" v="589" actId="478"/>
          <ac:spMkLst>
            <pc:docMk/>
            <pc:sldMk cId="3967072781" sldId="284"/>
            <ac:spMk id="10" creationId="{6FC8D842-6DB5-717B-BA94-929F33D97936}"/>
          </ac:spMkLst>
        </pc:spChg>
        <pc:spChg chg="mod">
          <ac:chgData name="Jacob Wyngaard" userId="6181fcd471e98458" providerId="LiveId" clId="{788BA123-62C9-4DDC-86E5-A6BCA4600216}" dt="2026-01-16T01:57:17.612" v="919" actId="20577"/>
          <ac:spMkLst>
            <pc:docMk/>
            <pc:sldMk cId="3967072781" sldId="284"/>
            <ac:spMk id="11" creationId="{746226F6-A1EB-E619-52D2-417A069ED865}"/>
          </ac:spMkLst>
        </pc:spChg>
        <pc:spChg chg="add mod">
          <ac:chgData name="Jacob Wyngaard" userId="6181fcd471e98458" providerId="LiveId" clId="{788BA123-62C9-4DDC-86E5-A6BCA4600216}" dt="2026-01-16T02:27:04.185" v="2282" actId="1076"/>
          <ac:spMkLst>
            <pc:docMk/>
            <pc:sldMk cId="3967072781" sldId="284"/>
            <ac:spMk id="13" creationId="{43B9CB3E-2B26-10AA-88C2-B54C25220CDA}"/>
          </ac:spMkLst>
        </pc:spChg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3812596258" sldId="285"/>
        </pc:sldMkLst>
      </pc:sldChg>
      <pc:sldChg chg="addSp delSp modSp add mod">
        <pc:chgData name="Jacob Wyngaard" userId="6181fcd471e98458" providerId="LiveId" clId="{788BA123-62C9-4DDC-86E5-A6BCA4600216}" dt="2026-01-16T02:05:58.450" v="1284" actId="20577"/>
        <pc:sldMkLst>
          <pc:docMk/>
          <pc:sldMk cId="3903348113" sldId="285"/>
        </pc:sldMkLst>
        <pc:spChg chg="add mod">
          <ac:chgData name="Jacob Wyngaard" userId="6181fcd471e98458" providerId="LiveId" clId="{788BA123-62C9-4DDC-86E5-A6BCA4600216}" dt="2026-01-16T02:02:28.293" v="1050" actId="1582"/>
          <ac:spMkLst>
            <pc:docMk/>
            <pc:sldMk cId="3903348113" sldId="285"/>
            <ac:spMk id="2" creationId="{AB033504-53F5-664D-C1DF-6588E9174AE8}"/>
          </ac:spMkLst>
        </pc:spChg>
        <pc:spChg chg="add mod">
          <ac:chgData name="Jacob Wyngaard" userId="6181fcd471e98458" providerId="LiveId" clId="{788BA123-62C9-4DDC-86E5-A6BCA4600216}" dt="2026-01-16T02:03:27.015" v="1108" actId="1076"/>
          <ac:spMkLst>
            <pc:docMk/>
            <pc:sldMk cId="3903348113" sldId="285"/>
            <ac:spMk id="4" creationId="{624BADC5-AE8A-BB83-7006-D7DBB85EA925}"/>
          </ac:spMkLst>
        </pc:spChg>
        <pc:spChg chg="mod">
          <ac:chgData name="Jacob Wyngaard" userId="6181fcd471e98458" providerId="LiveId" clId="{788BA123-62C9-4DDC-86E5-A6BCA4600216}" dt="2026-01-16T02:03:45.701" v="1113" actId="1076"/>
          <ac:spMkLst>
            <pc:docMk/>
            <pc:sldMk cId="3903348113" sldId="285"/>
            <ac:spMk id="5" creationId="{57043407-B89C-78A3-F536-991AADB95EA6}"/>
          </ac:spMkLst>
        </pc:spChg>
        <pc:spChg chg="add mod">
          <ac:chgData name="Jacob Wyngaard" userId="6181fcd471e98458" providerId="LiveId" clId="{788BA123-62C9-4DDC-86E5-A6BCA4600216}" dt="2026-01-16T02:03:50.425" v="1114" actId="1076"/>
          <ac:spMkLst>
            <pc:docMk/>
            <pc:sldMk cId="3903348113" sldId="285"/>
            <ac:spMk id="7" creationId="{84A72630-A272-2232-23BB-6CBDC640B4BC}"/>
          </ac:spMkLst>
        </pc:spChg>
        <pc:spChg chg="mod">
          <ac:chgData name="Jacob Wyngaard" userId="6181fcd471e98458" providerId="LiveId" clId="{788BA123-62C9-4DDC-86E5-A6BCA4600216}" dt="2026-01-16T02:01:26.013" v="1038" actId="1035"/>
          <ac:spMkLst>
            <pc:docMk/>
            <pc:sldMk cId="3903348113" sldId="285"/>
            <ac:spMk id="8" creationId="{855AD5B7-1B5B-6D15-9DE0-E3BDA6D78979}"/>
          </ac:spMkLst>
        </pc:spChg>
        <pc:spChg chg="mod">
          <ac:chgData name="Jacob Wyngaard" userId="6181fcd471e98458" providerId="LiveId" clId="{788BA123-62C9-4DDC-86E5-A6BCA4600216}" dt="2026-01-16T02:01:23.083" v="1034" actId="14100"/>
          <ac:spMkLst>
            <pc:docMk/>
            <pc:sldMk cId="3903348113" sldId="285"/>
            <ac:spMk id="9" creationId="{1B612129-508D-F8D4-AFA9-637026E85AC4}"/>
          </ac:spMkLst>
        </pc:spChg>
        <pc:spChg chg="add mod">
          <ac:chgData name="Jacob Wyngaard" userId="6181fcd471e98458" providerId="LiveId" clId="{788BA123-62C9-4DDC-86E5-A6BCA4600216}" dt="2026-01-16T02:05:58.450" v="1284" actId="20577"/>
          <ac:spMkLst>
            <pc:docMk/>
            <pc:sldMk cId="3903348113" sldId="285"/>
            <ac:spMk id="10" creationId="{B72A1155-30A1-E244-B969-81B3CB899E51}"/>
          </ac:spMkLst>
        </pc:spChg>
        <pc:spChg chg="del">
          <ac:chgData name="Jacob Wyngaard" userId="6181fcd471e98458" providerId="LiveId" clId="{788BA123-62C9-4DDC-86E5-A6BCA4600216}" dt="2026-01-16T02:01:36.877" v="1042" actId="478"/>
          <ac:spMkLst>
            <pc:docMk/>
            <pc:sldMk cId="3903348113" sldId="285"/>
            <ac:spMk id="11" creationId="{5E692A1C-264A-908B-DB91-C4642E20961A}"/>
          </ac:spMkLst>
        </pc:spChg>
        <pc:spChg chg="add mod">
          <ac:chgData name="Jacob Wyngaard" userId="6181fcd471e98458" providerId="LiveId" clId="{788BA123-62C9-4DDC-86E5-A6BCA4600216}" dt="2026-01-16T02:04:34.654" v="1160" actId="1076"/>
          <ac:spMkLst>
            <pc:docMk/>
            <pc:sldMk cId="3903348113" sldId="285"/>
            <ac:spMk id="12" creationId="{3AEA0CEA-AB5B-E710-3581-AAAFBA7D3628}"/>
          </ac:spMkLst>
        </pc:spChg>
        <pc:spChg chg="add mod">
          <ac:chgData name="Jacob Wyngaard" userId="6181fcd471e98458" providerId="LiveId" clId="{788BA123-62C9-4DDC-86E5-A6BCA4600216}" dt="2026-01-16T02:05:25.029" v="1257" actId="1076"/>
          <ac:spMkLst>
            <pc:docMk/>
            <pc:sldMk cId="3903348113" sldId="285"/>
            <ac:spMk id="13" creationId="{5DC6414C-5255-18C2-D072-B94CEAF3A7D7}"/>
          </ac:spMkLst>
        </pc:spChg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1721140882" sldId="286"/>
        </pc:sldMkLst>
      </pc:sldChg>
      <pc:sldChg chg="addSp delSp modSp add mod">
        <pc:chgData name="Jacob Wyngaard" userId="6181fcd471e98458" providerId="LiveId" clId="{788BA123-62C9-4DDC-86E5-A6BCA4600216}" dt="2026-01-16T02:15:18.222" v="1781" actId="20577"/>
        <pc:sldMkLst>
          <pc:docMk/>
          <pc:sldMk cId="3150428155" sldId="286"/>
        </pc:sldMkLst>
        <pc:spChg chg="del">
          <ac:chgData name="Jacob Wyngaard" userId="6181fcd471e98458" providerId="LiveId" clId="{788BA123-62C9-4DDC-86E5-A6BCA4600216}" dt="2026-01-16T02:08:02.001" v="1328" actId="478"/>
          <ac:spMkLst>
            <pc:docMk/>
            <pc:sldMk cId="3150428155" sldId="286"/>
            <ac:spMk id="2" creationId="{F327EAAF-F67B-EFAC-A664-C0F44C36996F}"/>
          </ac:spMkLst>
        </pc:spChg>
        <pc:spChg chg="add mod">
          <ac:chgData name="Jacob Wyngaard" userId="6181fcd471e98458" providerId="LiveId" clId="{788BA123-62C9-4DDC-86E5-A6BCA4600216}" dt="2026-01-16T02:08:51.788" v="1465" actId="1076"/>
          <ac:spMkLst>
            <pc:docMk/>
            <pc:sldMk cId="3150428155" sldId="286"/>
            <ac:spMk id="3" creationId="{D586FDC1-73E8-920A-3124-B4C29B1A0CDB}"/>
          </ac:spMkLst>
        </pc:spChg>
        <pc:spChg chg="del">
          <ac:chgData name="Jacob Wyngaard" userId="6181fcd471e98458" providerId="LiveId" clId="{788BA123-62C9-4DDC-86E5-A6BCA4600216}" dt="2026-01-16T02:07:39.055" v="1305" actId="478"/>
          <ac:spMkLst>
            <pc:docMk/>
            <pc:sldMk cId="3150428155" sldId="286"/>
            <ac:spMk id="4" creationId="{29B6C738-739D-AB3C-1B0E-667FD54EC997}"/>
          </ac:spMkLst>
        </pc:spChg>
        <pc:spChg chg="mod">
          <ac:chgData name="Jacob Wyngaard" userId="6181fcd471e98458" providerId="LiveId" clId="{788BA123-62C9-4DDC-86E5-A6BCA4600216}" dt="2026-01-16T02:09:34.627" v="1528" actId="20577"/>
          <ac:spMkLst>
            <pc:docMk/>
            <pc:sldMk cId="3150428155" sldId="286"/>
            <ac:spMk id="5" creationId="{6FD225F2-C31E-BD60-A60C-B391DABE463D}"/>
          </ac:spMkLst>
        </pc:spChg>
        <pc:spChg chg="del">
          <ac:chgData name="Jacob Wyngaard" userId="6181fcd471e98458" providerId="LiveId" clId="{788BA123-62C9-4DDC-86E5-A6BCA4600216}" dt="2026-01-16T02:08:03.529" v="1329" actId="478"/>
          <ac:spMkLst>
            <pc:docMk/>
            <pc:sldMk cId="3150428155" sldId="286"/>
            <ac:spMk id="7" creationId="{E85FCDB6-DD21-7202-2AF7-233CF8DD221F}"/>
          </ac:spMkLst>
        </pc:spChg>
        <pc:spChg chg="mod">
          <ac:chgData name="Jacob Wyngaard" userId="6181fcd471e98458" providerId="LiveId" clId="{788BA123-62C9-4DDC-86E5-A6BCA4600216}" dt="2026-01-16T02:07:57.264" v="1326" actId="1076"/>
          <ac:spMkLst>
            <pc:docMk/>
            <pc:sldMk cId="3150428155" sldId="286"/>
            <ac:spMk id="9" creationId="{8A0C5849-9BE8-D1E7-212D-6BF6C9E3B200}"/>
          </ac:spMkLst>
        </pc:spChg>
        <pc:spChg chg="del">
          <ac:chgData name="Jacob Wyngaard" userId="6181fcd471e98458" providerId="LiveId" clId="{788BA123-62C9-4DDC-86E5-A6BCA4600216}" dt="2026-01-16T02:07:37.031" v="1304" actId="478"/>
          <ac:spMkLst>
            <pc:docMk/>
            <pc:sldMk cId="3150428155" sldId="286"/>
            <ac:spMk id="10" creationId="{DD7DA969-6488-F4E9-B3FF-6C0189BFEC60}"/>
          </ac:spMkLst>
        </pc:spChg>
        <pc:spChg chg="add mod">
          <ac:chgData name="Jacob Wyngaard" userId="6181fcd471e98458" providerId="LiveId" clId="{788BA123-62C9-4DDC-86E5-A6BCA4600216}" dt="2026-01-16T02:13:55.788" v="1596" actId="1076"/>
          <ac:spMkLst>
            <pc:docMk/>
            <pc:sldMk cId="3150428155" sldId="286"/>
            <ac:spMk id="11" creationId="{56E72C1F-B548-09F5-DF3C-D914CD73B957}"/>
          </ac:spMkLst>
        </pc:spChg>
        <pc:spChg chg="del">
          <ac:chgData name="Jacob Wyngaard" userId="6181fcd471e98458" providerId="LiveId" clId="{788BA123-62C9-4DDC-86E5-A6BCA4600216}" dt="2026-01-16T02:08:04.897" v="1330" actId="478"/>
          <ac:spMkLst>
            <pc:docMk/>
            <pc:sldMk cId="3150428155" sldId="286"/>
            <ac:spMk id="12" creationId="{905CD8D7-E143-11E2-5B94-B95D4D3E02DA}"/>
          </ac:spMkLst>
        </pc:spChg>
        <pc:spChg chg="del">
          <ac:chgData name="Jacob Wyngaard" userId="6181fcd471e98458" providerId="LiveId" clId="{788BA123-62C9-4DDC-86E5-A6BCA4600216}" dt="2026-01-16T02:07:35.869" v="1303" actId="478"/>
          <ac:spMkLst>
            <pc:docMk/>
            <pc:sldMk cId="3150428155" sldId="286"/>
            <ac:spMk id="13" creationId="{1CAD20A0-0FA3-D939-444F-A5B0F26966EC}"/>
          </ac:spMkLst>
        </pc:spChg>
        <pc:spChg chg="add mod">
          <ac:chgData name="Jacob Wyngaard" userId="6181fcd471e98458" providerId="LiveId" clId="{788BA123-62C9-4DDC-86E5-A6BCA4600216}" dt="2026-01-16T02:13:38.850" v="1586" actId="1076"/>
          <ac:spMkLst>
            <pc:docMk/>
            <pc:sldMk cId="3150428155" sldId="286"/>
            <ac:spMk id="15" creationId="{B4936208-155F-673E-5A50-511CF142F68A}"/>
          </ac:spMkLst>
        </pc:spChg>
        <pc:spChg chg="add mod">
          <ac:chgData name="Jacob Wyngaard" userId="6181fcd471e98458" providerId="LiveId" clId="{788BA123-62C9-4DDC-86E5-A6BCA4600216}" dt="2026-01-16T02:13:32.119" v="1584" actId="1076"/>
          <ac:spMkLst>
            <pc:docMk/>
            <pc:sldMk cId="3150428155" sldId="286"/>
            <ac:spMk id="16" creationId="{8695B0C0-2FEE-F5D7-3115-17CA6D36750D}"/>
          </ac:spMkLst>
        </pc:spChg>
        <pc:spChg chg="add mod">
          <ac:chgData name="Jacob Wyngaard" userId="6181fcd471e98458" providerId="LiveId" clId="{788BA123-62C9-4DDC-86E5-A6BCA4600216}" dt="2026-01-16T02:13:51.525" v="1595" actId="1076"/>
          <ac:spMkLst>
            <pc:docMk/>
            <pc:sldMk cId="3150428155" sldId="286"/>
            <ac:spMk id="17" creationId="{329F5547-ABAD-FF70-1BCC-9CEC550F1668}"/>
          </ac:spMkLst>
        </pc:spChg>
        <pc:spChg chg="add mod">
          <ac:chgData name="Jacob Wyngaard" userId="6181fcd471e98458" providerId="LiveId" clId="{788BA123-62C9-4DDC-86E5-A6BCA4600216}" dt="2026-01-16T02:15:18.222" v="1781" actId="20577"/>
          <ac:spMkLst>
            <pc:docMk/>
            <pc:sldMk cId="3150428155" sldId="286"/>
            <ac:spMk id="18" creationId="{BC134478-0D49-A4C4-8D7A-AFB2901758DB}"/>
          </ac:spMkLst>
        </pc:spChg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166545931" sldId="287"/>
        </pc:sldMkLst>
      </pc:sldChg>
      <pc:sldChg chg="addSp delSp modSp add mod">
        <pc:chgData name="Jacob Wyngaard" userId="6181fcd471e98458" providerId="LiveId" clId="{788BA123-62C9-4DDC-86E5-A6BCA4600216}" dt="2026-01-16T02:22:25.264" v="2113" actId="478"/>
        <pc:sldMkLst>
          <pc:docMk/>
          <pc:sldMk cId="2720726743" sldId="287"/>
        </pc:sldMkLst>
        <pc:spChg chg="add mod">
          <ac:chgData name="Jacob Wyngaard" userId="6181fcd471e98458" providerId="LiveId" clId="{788BA123-62C9-4DDC-86E5-A6BCA4600216}" dt="2026-01-16T02:20:09.587" v="1970" actId="20577"/>
          <ac:spMkLst>
            <pc:docMk/>
            <pc:sldMk cId="2720726743" sldId="287"/>
            <ac:spMk id="2" creationId="{D56CDE36-D116-391F-722F-98703FC4FD7E}"/>
          </ac:spMkLst>
        </pc:spChg>
        <pc:spChg chg="del">
          <ac:chgData name="Jacob Wyngaard" userId="6181fcd471e98458" providerId="LiveId" clId="{788BA123-62C9-4DDC-86E5-A6BCA4600216}" dt="2026-01-16T02:22:25.264" v="2113" actId="478"/>
          <ac:spMkLst>
            <pc:docMk/>
            <pc:sldMk cId="2720726743" sldId="287"/>
            <ac:spMk id="3" creationId="{1F6A7106-84D0-9FFA-57FE-1215FFEC7CD7}"/>
          </ac:spMkLst>
        </pc:spChg>
        <pc:spChg chg="mod">
          <ac:chgData name="Jacob Wyngaard" userId="6181fcd471e98458" providerId="LiveId" clId="{788BA123-62C9-4DDC-86E5-A6BCA4600216}" dt="2026-01-16T02:16:39.028" v="1842" actId="20577"/>
          <ac:spMkLst>
            <pc:docMk/>
            <pc:sldMk cId="2720726743" sldId="287"/>
            <ac:spMk id="5" creationId="{EE321296-3F99-B21F-2783-1053DEB9E921}"/>
          </ac:spMkLst>
        </pc:spChg>
        <pc:spChg chg="mod">
          <ac:chgData name="Jacob Wyngaard" userId="6181fcd471e98458" providerId="LiveId" clId="{788BA123-62C9-4DDC-86E5-A6BCA4600216}" dt="2026-01-16T02:19:43.386" v="1958" actId="1076"/>
          <ac:spMkLst>
            <pc:docMk/>
            <pc:sldMk cId="2720726743" sldId="287"/>
            <ac:spMk id="11" creationId="{33D8A288-7455-7A05-4C4A-FD49023798E6}"/>
          </ac:spMkLst>
        </pc:spChg>
        <pc:spChg chg="mod">
          <ac:chgData name="Jacob Wyngaard" userId="6181fcd471e98458" providerId="LiveId" clId="{788BA123-62C9-4DDC-86E5-A6BCA4600216}" dt="2026-01-16T02:17:13.463" v="1858"/>
          <ac:spMkLst>
            <pc:docMk/>
            <pc:sldMk cId="2720726743" sldId="287"/>
            <ac:spMk id="15" creationId="{93FE198A-1433-9637-FE88-9C207A35BD7F}"/>
          </ac:spMkLst>
        </pc:spChg>
        <pc:spChg chg="mod">
          <ac:chgData name="Jacob Wyngaard" userId="6181fcd471e98458" providerId="LiveId" clId="{788BA123-62C9-4DDC-86E5-A6BCA4600216}" dt="2026-01-16T02:17:05.059" v="1857" actId="20577"/>
          <ac:spMkLst>
            <pc:docMk/>
            <pc:sldMk cId="2720726743" sldId="287"/>
            <ac:spMk id="16" creationId="{5515BC39-9226-3621-0287-5F8FB2FDC31B}"/>
          </ac:spMkLst>
        </pc:spChg>
        <pc:spChg chg="mod">
          <ac:chgData name="Jacob Wyngaard" userId="6181fcd471e98458" providerId="LiveId" clId="{788BA123-62C9-4DDC-86E5-A6BCA4600216}" dt="2026-01-16T02:17:17.207" v="1859"/>
          <ac:spMkLst>
            <pc:docMk/>
            <pc:sldMk cId="2720726743" sldId="287"/>
            <ac:spMk id="17" creationId="{B060A9FE-CE2C-29EA-492F-98160D6BFF34}"/>
          </ac:spMkLst>
        </pc:spChg>
        <pc:spChg chg="mod">
          <ac:chgData name="Jacob Wyngaard" userId="6181fcd471e98458" providerId="LiveId" clId="{788BA123-62C9-4DDC-86E5-A6BCA4600216}" dt="2026-01-16T02:18:34.297" v="1937" actId="1076"/>
          <ac:spMkLst>
            <pc:docMk/>
            <pc:sldMk cId="2720726743" sldId="287"/>
            <ac:spMk id="18" creationId="{F1C6A562-DA19-7498-98AC-E57F0F7A650C}"/>
          </ac:spMkLst>
        </pc:spChg>
      </pc:sldChg>
      <pc:sldChg chg="delSp modSp add mod">
        <pc:chgData name="Jacob Wyngaard" userId="6181fcd471e98458" providerId="LiveId" clId="{788BA123-62C9-4DDC-86E5-A6BCA4600216}" dt="2026-01-16T02:27:31.070" v="2285"/>
        <pc:sldMkLst>
          <pc:docMk/>
          <pc:sldMk cId="3050953477" sldId="288"/>
        </pc:sldMkLst>
        <pc:spChg chg="del">
          <ac:chgData name="Jacob Wyngaard" userId="6181fcd471e98458" providerId="LiveId" clId="{788BA123-62C9-4DDC-86E5-A6BCA4600216}" dt="2026-01-16T02:23:11.305" v="2175" actId="478"/>
          <ac:spMkLst>
            <pc:docMk/>
            <pc:sldMk cId="3050953477" sldId="288"/>
            <ac:spMk id="2" creationId="{22525996-DAFD-1828-9196-7690DF7330E5}"/>
          </ac:spMkLst>
        </pc:spChg>
        <pc:spChg chg="del">
          <ac:chgData name="Jacob Wyngaard" userId="6181fcd471e98458" providerId="LiveId" clId="{788BA123-62C9-4DDC-86E5-A6BCA4600216}" dt="2026-01-16T02:22:28.866" v="2114" actId="478"/>
          <ac:spMkLst>
            <pc:docMk/>
            <pc:sldMk cId="3050953477" sldId="288"/>
            <ac:spMk id="3" creationId="{D17FD2AA-1AEE-E848-0E8E-3E83DE2016FD}"/>
          </ac:spMkLst>
        </pc:spChg>
        <pc:spChg chg="mod">
          <ac:chgData name="Jacob Wyngaard" userId="6181fcd471e98458" providerId="LiveId" clId="{788BA123-62C9-4DDC-86E5-A6BCA4600216}" dt="2026-01-16T02:23:53.255" v="2189" actId="20577"/>
          <ac:spMkLst>
            <pc:docMk/>
            <pc:sldMk cId="3050953477" sldId="288"/>
            <ac:spMk id="5" creationId="{684A74B4-230C-65E9-AA18-0C83B4000199}"/>
          </ac:spMkLst>
        </pc:spChg>
        <pc:spChg chg="mod">
          <ac:chgData name="Jacob Wyngaard" userId="6181fcd471e98458" providerId="LiveId" clId="{788BA123-62C9-4DDC-86E5-A6BCA4600216}" dt="2026-01-16T02:27:31.070" v="2285"/>
          <ac:spMkLst>
            <pc:docMk/>
            <pc:sldMk cId="3050953477" sldId="288"/>
            <ac:spMk id="11" creationId="{0F3A56C6-5353-4FB0-8F7E-7D8C4E7FF1F4}"/>
          </ac:spMkLst>
        </pc:spChg>
        <pc:spChg chg="mod">
          <ac:chgData name="Jacob Wyngaard" userId="6181fcd471e98458" providerId="LiveId" clId="{788BA123-62C9-4DDC-86E5-A6BCA4600216}" dt="2026-01-16T02:24:06.496" v="2190" actId="1076"/>
          <ac:spMkLst>
            <pc:docMk/>
            <pc:sldMk cId="3050953477" sldId="288"/>
            <ac:spMk id="15" creationId="{EC19525B-17D8-8676-9210-39DF358C0D60}"/>
          </ac:spMkLst>
        </pc:spChg>
        <pc:spChg chg="mod">
          <ac:chgData name="Jacob Wyngaard" userId="6181fcd471e98458" providerId="LiveId" clId="{788BA123-62C9-4DDC-86E5-A6BCA4600216}" dt="2026-01-16T02:20:54.238" v="1980" actId="20577"/>
          <ac:spMkLst>
            <pc:docMk/>
            <pc:sldMk cId="3050953477" sldId="288"/>
            <ac:spMk id="16" creationId="{846FED9C-4A04-CECD-6C4D-BB857AF06D48}"/>
          </ac:spMkLst>
        </pc:spChg>
        <pc:spChg chg="mod">
          <ac:chgData name="Jacob Wyngaard" userId="6181fcd471e98458" providerId="LiveId" clId="{788BA123-62C9-4DDC-86E5-A6BCA4600216}" dt="2026-01-16T02:24:08.914" v="2191" actId="1076"/>
          <ac:spMkLst>
            <pc:docMk/>
            <pc:sldMk cId="3050953477" sldId="288"/>
            <ac:spMk id="17" creationId="{A06DC7F6-1B8A-994D-6E5C-1862A1BBC9D9}"/>
          </ac:spMkLst>
        </pc:spChg>
        <pc:spChg chg="del mod">
          <ac:chgData name="Jacob Wyngaard" userId="6181fcd471e98458" providerId="LiveId" clId="{788BA123-62C9-4DDC-86E5-A6BCA4600216}" dt="2026-01-16T02:27:21.198" v="2283" actId="478"/>
          <ac:spMkLst>
            <pc:docMk/>
            <pc:sldMk cId="3050953477" sldId="288"/>
            <ac:spMk id="18" creationId="{D49B3C2E-1632-1611-35F7-F7BE39269265}"/>
          </ac:spMkLst>
        </pc:spChg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4036279525" sldId="288"/>
        </pc:sldMkLst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869904273" sldId="289"/>
        </pc:sldMkLst>
      </pc:sldChg>
      <pc:sldChg chg="delSp modSp add mod">
        <pc:chgData name="Jacob Wyngaard" userId="6181fcd471e98458" providerId="LiveId" clId="{788BA123-62C9-4DDC-86E5-A6BCA4600216}" dt="2026-01-16T02:27:43.845" v="2288" actId="1076"/>
        <pc:sldMkLst>
          <pc:docMk/>
          <pc:sldMk cId="3811648150" sldId="289"/>
        </pc:sldMkLst>
        <pc:spChg chg="mod">
          <ac:chgData name="Jacob Wyngaard" userId="6181fcd471e98458" providerId="LiveId" clId="{788BA123-62C9-4DDC-86E5-A6BCA4600216}" dt="2026-01-16T02:25:06.551" v="2219" actId="20577"/>
          <ac:spMkLst>
            <pc:docMk/>
            <pc:sldMk cId="3811648150" sldId="289"/>
            <ac:spMk id="5" creationId="{D1168772-986B-E72E-AD04-18F1272742D7}"/>
          </ac:spMkLst>
        </pc:spChg>
        <pc:spChg chg="mod">
          <ac:chgData name="Jacob Wyngaard" userId="6181fcd471e98458" providerId="LiveId" clId="{788BA123-62C9-4DDC-86E5-A6BCA4600216}" dt="2026-01-16T02:27:39.189" v="2287" actId="6549"/>
          <ac:spMkLst>
            <pc:docMk/>
            <pc:sldMk cId="3811648150" sldId="289"/>
            <ac:spMk id="11" creationId="{658163AA-5A12-F953-304D-A3130F459C79}"/>
          </ac:spMkLst>
        </pc:spChg>
        <pc:spChg chg="del">
          <ac:chgData name="Jacob Wyngaard" userId="6181fcd471e98458" providerId="LiveId" clId="{788BA123-62C9-4DDC-86E5-A6BCA4600216}" dt="2026-01-16T02:24:59.688" v="2206" actId="478"/>
          <ac:spMkLst>
            <pc:docMk/>
            <pc:sldMk cId="3811648150" sldId="289"/>
            <ac:spMk id="15" creationId="{AC916285-F2ED-77A5-1716-4E88BC6B013C}"/>
          </ac:spMkLst>
        </pc:spChg>
        <pc:spChg chg="del">
          <ac:chgData name="Jacob Wyngaard" userId="6181fcd471e98458" providerId="LiveId" clId="{788BA123-62C9-4DDC-86E5-A6BCA4600216}" dt="2026-01-16T02:25:00.421" v="2207" actId="478"/>
          <ac:spMkLst>
            <pc:docMk/>
            <pc:sldMk cId="3811648150" sldId="289"/>
            <ac:spMk id="16" creationId="{413C15AC-139C-529A-9DA6-F0F1F8BA5910}"/>
          </ac:spMkLst>
        </pc:spChg>
        <pc:spChg chg="del">
          <ac:chgData name="Jacob Wyngaard" userId="6181fcd471e98458" providerId="LiveId" clId="{788BA123-62C9-4DDC-86E5-A6BCA4600216}" dt="2026-01-16T02:24:58.706" v="2205" actId="478"/>
          <ac:spMkLst>
            <pc:docMk/>
            <pc:sldMk cId="3811648150" sldId="289"/>
            <ac:spMk id="17" creationId="{835BCCF4-E8EC-A0C1-EC19-C0BEA62F6BA9}"/>
          </ac:spMkLst>
        </pc:spChg>
        <pc:spChg chg="mod">
          <ac:chgData name="Jacob Wyngaard" userId="6181fcd471e98458" providerId="LiveId" clId="{788BA123-62C9-4DDC-86E5-A6BCA4600216}" dt="2026-01-16T02:27:43.845" v="2288" actId="1076"/>
          <ac:spMkLst>
            <pc:docMk/>
            <pc:sldMk cId="3811648150" sldId="289"/>
            <ac:spMk id="18" creationId="{3734A8D0-049B-92CD-886A-9B3BFB17796E}"/>
          </ac:spMkLst>
        </pc:spChg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2032838188" sldId="290"/>
        </pc:sldMkLst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891483717" sldId="291"/>
        </pc:sldMkLst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674643469" sldId="292"/>
        </pc:sldMkLst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14404142" sldId="293"/>
        </pc:sldMkLst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234283736" sldId="294"/>
        </pc:sldMkLst>
      </pc:sldChg>
      <pc:sldChg chg="del">
        <pc:chgData name="Jacob Wyngaard" userId="6181fcd471e98458" providerId="LiveId" clId="{788BA123-62C9-4DDC-86E5-A6BCA4600216}" dt="2026-01-16T00:57:58.182" v="172" actId="47"/>
        <pc:sldMkLst>
          <pc:docMk/>
          <pc:sldMk cId="1209740495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B1C1-BB32-594D-7DC8-1EB720EF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0D30D-DFDE-4472-F2ED-33F113A8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AEE99-F497-D579-622F-18795D170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475EF-9D04-A599-2AC4-CEDC04E92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67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5F466-6A30-D9BC-0521-8846DEAB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36689-9342-BE09-DE6A-2FE659AE0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C99D9-6332-BF9B-83FD-220CD1ED7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E4FA7-7ABF-0356-F0BB-217FA78F7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2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4594-7A4C-82ED-2138-8324A987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B9F90-8132-7A1F-E329-F7C00A2B8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B4929-E4A4-D3AC-9563-DFEB1EDD9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FBD2-9EFB-6625-460C-DE6606CF6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8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14BB2-3EED-72DF-D4EC-B01A0063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3999D-82C0-4FEB-0D9A-582AE873A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B151B-59CB-1DF2-06AE-17655F05F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5EFEF-6E01-864C-0D77-27630F8F0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9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B959-2057-3C7B-9A91-C84FA75D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41B70-5770-0827-9319-77D1054E9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B1344-0F60-8C86-6F69-39A8578D7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FAFD0-FC00-8879-14AE-E922EF033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4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7A2A-871F-A243-1E47-A39CF11C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C03FF-4538-B60F-76D9-347EE9FFE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EC3D9-9D67-5AAF-7C55-076495EFD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FD88F-E657-5ED0-C6A1-89A1BF7DF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02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4081-FD0C-D243-F86C-99B85A6E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1DEE3-BE26-62FD-D269-408BDF824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DC3B8-B45C-D46F-83F8-45CD1A7E9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7AE5D-5D83-AB32-E651-F7EB31B92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98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8DF0-3AE1-6262-0BF5-F684775B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B7B33-B880-0816-84F1-02B368043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26224-926C-7810-47B7-C52744F24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F7065-92AA-2F81-17DA-B0158AA52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55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1568243" y="4476300"/>
            <a:ext cx="2959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Integration by Parts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674-EB63-8CB1-A781-43C74EE6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D957CD-E909-9DBE-97C3-242C827EC24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DD7A4-64F0-2B29-E978-6DAC9BCA10D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209B-C381-F683-2264-D243348F0B95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059FC0-8796-1ECD-C623-A630EE4D1B17}"/>
                  </a:ext>
                </a:extLst>
              </p:cNvPr>
              <p:cNvSpPr txBox="1"/>
              <p:nvPr/>
            </p:nvSpPr>
            <p:spPr>
              <a:xfrm>
                <a:off x="0" y="1822028"/>
                <a:ext cx="11336594" cy="538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In Calculus A, we learned how to take the derivative of the product of functions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learned the Product Rule: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For example,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       </a:t>
                </a:r>
              </a:p>
              <a:p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059FC0-8796-1ECD-C623-A630EE4D1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22028"/>
                <a:ext cx="11336594" cy="5381473"/>
              </a:xfrm>
              <a:prstGeom prst="rect">
                <a:avLst/>
              </a:prstGeom>
              <a:blipFill>
                <a:blip r:embed="rId3"/>
                <a:stretch>
                  <a:fillRect t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33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F3D2-BD02-CE6B-C9F4-DD76ECFF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DFF24F-5DED-7B9D-6324-D7C27E9079F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36BC9-2EA8-EF40-B900-9109CAFA913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0A74F-CE09-A339-E5C9-6F24D4C3DE9B}"/>
              </a:ext>
            </a:extLst>
          </p:cNvPr>
          <p:cNvSpPr txBox="1"/>
          <p:nvPr/>
        </p:nvSpPr>
        <p:spPr>
          <a:xfrm>
            <a:off x="3279795" y="368536"/>
            <a:ext cx="4955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Integration by Parts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4939C-F0C3-7291-4244-CED53F49AC71}"/>
                  </a:ext>
                </a:extLst>
              </p:cNvPr>
              <p:cNvSpPr txBox="1"/>
              <p:nvPr/>
            </p:nvSpPr>
            <p:spPr>
              <a:xfrm>
                <a:off x="-255639" y="1774282"/>
                <a:ext cx="11415252" cy="3137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With integration by parts, we reverse the product rule:</a:t>
                </a:r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  <m:r>
                                <m:rPr>
                                  <m:nor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400" dirty="0"/>
                  <a:t>Rearranging, we get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4939C-F0C3-7291-4244-CED53F49A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639" y="1774282"/>
                <a:ext cx="11415252" cy="3137782"/>
              </a:xfrm>
              <a:prstGeom prst="rect">
                <a:avLst/>
              </a:prstGeom>
              <a:blipFill>
                <a:blip r:embed="rId3"/>
                <a:stretch>
                  <a:fillRect t="-1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27FAF8F-9AA1-9CAB-EF0B-F7603A12A30A}"/>
              </a:ext>
            </a:extLst>
          </p:cNvPr>
          <p:cNvSpPr txBox="1"/>
          <p:nvPr/>
        </p:nvSpPr>
        <p:spPr>
          <a:xfrm>
            <a:off x="3456655" y="5024698"/>
            <a:ext cx="293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FF"/>
                </a:solidFill>
              </a:rPr>
              <a:t>u</a:t>
            </a:r>
            <a:endParaRPr lang="en-US" dirty="0">
              <a:solidFill>
                <a:srgbClr val="FF00FF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0211D2-AC71-82ED-DA6B-5509107898A8}"/>
              </a:ext>
            </a:extLst>
          </p:cNvPr>
          <p:cNvCxnSpPr>
            <a:cxnSpLocks/>
          </p:cNvCxnSpPr>
          <p:nvPr/>
        </p:nvCxnSpPr>
        <p:spPr>
          <a:xfrm flipV="1">
            <a:off x="3613356" y="4470772"/>
            <a:ext cx="0" cy="622338"/>
          </a:xfrm>
          <a:prstGeom prst="straightConnector1">
            <a:avLst/>
          </a:prstGeom>
          <a:ln w="38100">
            <a:solidFill>
              <a:srgbClr val="FF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ABA7F2-2F85-6312-E67C-97D8CD4A44B5}"/>
              </a:ext>
            </a:extLst>
          </p:cNvPr>
          <p:cNvCxnSpPr>
            <a:cxnSpLocks/>
          </p:cNvCxnSpPr>
          <p:nvPr/>
        </p:nvCxnSpPr>
        <p:spPr>
          <a:xfrm flipV="1">
            <a:off x="3903407" y="4470772"/>
            <a:ext cx="0" cy="6223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D7C097-4615-5260-EB3C-F60B229E7763}"/>
              </a:ext>
            </a:extLst>
          </p:cNvPr>
          <p:cNvSpPr txBox="1"/>
          <p:nvPr/>
        </p:nvSpPr>
        <p:spPr>
          <a:xfrm>
            <a:off x="3727042" y="5036673"/>
            <a:ext cx="618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dv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26ECB-D863-B504-DC4F-448D9A78CBE7}"/>
              </a:ext>
            </a:extLst>
          </p:cNvPr>
          <p:cNvSpPr txBox="1"/>
          <p:nvPr/>
        </p:nvSpPr>
        <p:spPr>
          <a:xfrm>
            <a:off x="4749597" y="5036673"/>
            <a:ext cx="293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FF"/>
                </a:solidFill>
              </a:rPr>
              <a:t>u</a:t>
            </a:r>
            <a:endParaRPr lang="en-US" dirty="0">
              <a:solidFill>
                <a:srgbClr val="FF00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ADB6EC-6111-7D7A-3B6C-9355045A8A99}"/>
              </a:ext>
            </a:extLst>
          </p:cNvPr>
          <p:cNvCxnSpPr>
            <a:cxnSpLocks/>
          </p:cNvCxnSpPr>
          <p:nvPr/>
        </p:nvCxnSpPr>
        <p:spPr>
          <a:xfrm flipV="1">
            <a:off x="4906298" y="4482747"/>
            <a:ext cx="0" cy="622338"/>
          </a:xfrm>
          <a:prstGeom prst="straightConnector1">
            <a:avLst/>
          </a:prstGeom>
          <a:ln w="38100">
            <a:solidFill>
              <a:srgbClr val="FF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C105C5-BB95-1CBA-01B7-C7F10BEBB6A5}"/>
              </a:ext>
            </a:extLst>
          </p:cNvPr>
          <p:cNvCxnSpPr>
            <a:cxnSpLocks/>
          </p:cNvCxnSpPr>
          <p:nvPr/>
        </p:nvCxnSpPr>
        <p:spPr>
          <a:xfrm flipV="1">
            <a:off x="5196349" y="4482747"/>
            <a:ext cx="0" cy="6223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F082AB-9433-3C02-57FB-4F77D4436998}"/>
              </a:ext>
            </a:extLst>
          </p:cNvPr>
          <p:cNvSpPr txBox="1"/>
          <p:nvPr/>
        </p:nvSpPr>
        <p:spPr>
          <a:xfrm>
            <a:off x="5059312" y="5038816"/>
            <a:ext cx="618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v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17591-6407-AD47-6985-2F2DF7F68CC6}"/>
              </a:ext>
            </a:extLst>
          </p:cNvPr>
          <p:cNvSpPr txBox="1"/>
          <p:nvPr/>
        </p:nvSpPr>
        <p:spPr>
          <a:xfrm>
            <a:off x="6048072" y="5036673"/>
            <a:ext cx="465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FF"/>
                </a:solidFill>
              </a:rPr>
              <a:t>du</a:t>
            </a:r>
            <a:endParaRPr lang="en-US" dirty="0">
              <a:solidFill>
                <a:srgbClr val="FF00FF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AEB0AE-5F3D-AE9F-E8D6-4C019D5C7BE1}"/>
              </a:ext>
            </a:extLst>
          </p:cNvPr>
          <p:cNvCxnSpPr>
            <a:cxnSpLocks/>
          </p:cNvCxnSpPr>
          <p:nvPr/>
        </p:nvCxnSpPr>
        <p:spPr>
          <a:xfrm flipV="1">
            <a:off x="6278513" y="4482747"/>
            <a:ext cx="0" cy="622338"/>
          </a:xfrm>
          <a:prstGeom prst="straightConnector1">
            <a:avLst/>
          </a:prstGeom>
          <a:ln w="38100">
            <a:solidFill>
              <a:srgbClr val="FF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C818E5-2864-ECBE-7D2B-5CAA5A3F6597}"/>
              </a:ext>
            </a:extLst>
          </p:cNvPr>
          <p:cNvCxnSpPr>
            <a:cxnSpLocks/>
          </p:cNvCxnSpPr>
          <p:nvPr/>
        </p:nvCxnSpPr>
        <p:spPr>
          <a:xfrm flipV="1">
            <a:off x="6696381" y="4482747"/>
            <a:ext cx="0" cy="6223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84116D2-FF4F-A725-D250-4D4D5F75F920}"/>
              </a:ext>
            </a:extLst>
          </p:cNvPr>
          <p:cNvSpPr txBox="1"/>
          <p:nvPr/>
        </p:nvSpPr>
        <p:spPr>
          <a:xfrm>
            <a:off x="6559344" y="5038816"/>
            <a:ext cx="618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v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67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1EBB1-B016-F43B-7F4B-E20416C5B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C61B74-1F14-1DB8-0754-83098414F3F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C9495-A617-EFCE-C098-B68FA21908A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DCC29-DC68-CF36-F59F-F62A9A2FF637}"/>
              </a:ext>
            </a:extLst>
          </p:cNvPr>
          <p:cNvSpPr txBox="1"/>
          <p:nvPr/>
        </p:nvSpPr>
        <p:spPr>
          <a:xfrm>
            <a:off x="3279795" y="368536"/>
            <a:ext cx="4955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Integration by Parts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F4ACB7-D07F-C9C9-897B-037EEE339281}"/>
                  </a:ext>
                </a:extLst>
              </p:cNvPr>
              <p:cNvSpPr txBox="1"/>
              <p:nvPr/>
            </p:nvSpPr>
            <p:spPr>
              <a:xfrm>
                <a:off x="-255639" y="1774282"/>
                <a:ext cx="11415252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This is the general form of integration by parts: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F4ACB7-D07F-C9C9-897B-037EEE339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639" y="1774282"/>
                <a:ext cx="11415252" cy="1430392"/>
              </a:xfrm>
              <a:prstGeom prst="rect">
                <a:avLst/>
              </a:prstGeom>
              <a:blipFill>
                <a:blip r:embed="rId3"/>
                <a:stretch>
                  <a:fillRect t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F0AEA3-7887-D3A9-5A25-9A7D4983461D}"/>
                  </a:ext>
                </a:extLst>
              </p:cNvPr>
              <p:cNvSpPr txBox="1"/>
              <p:nvPr/>
            </p:nvSpPr>
            <p:spPr>
              <a:xfrm>
                <a:off x="1285936" y="3268143"/>
                <a:ext cx="3627367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F0AEA3-7887-D3A9-5A25-9A7D49834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936" y="3268143"/>
                <a:ext cx="3627367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CA0219-5F34-C69F-4CD0-4A89A04B4582}"/>
                  </a:ext>
                </a:extLst>
              </p:cNvPr>
              <p:cNvSpPr txBox="1"/>
              <p:nvPr/>
            </p:nvSpPr>
            <p:spPr>
              <a:xfrm>
                <a:off x="49898" y="4329203"/>
                <a:ext cx="11415252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CA0219-5F34-C69F-4CD0-4A89A04B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8" y="4329203"/>
                <a:ext cx="11415252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2967986-7924-8E42-15A4-3CAED0C003ED}"/>
              </a:ext>
            </a:extLst>
          </p:cNvPr>
          <p:cNvSpPr txBox="1"/>
          <p:nvPr/>
        </p:nvSpPr>
        <p:spPr>
          <a:xfrm>
            <a:off x="-132734" y="3497865"/>
            <a:ext cx="2374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So if we have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F0A6A-9DB8-6919-59D9-65EBE2FFCBF3}"/>
                  </a:ext>
                </a:extLst>
              </p:cNvPr>
              <p:cNvSpPr txBox="1"/>
              <p:nvPr/>
            </p:nvSpPr>
            <p:spPr>
              <a:xfrm>
                <a:off x="3099618" y="3497864"/>
                <a:ext cx="70374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, we can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 to get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6F0A6A-9DB8-6919-59D9-65EBE2FFC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618" y="3497864"/>
                <a:ext cx="7037439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92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EC0D9-4DB2-10EE-0169-F23B9C4E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2457CC-1AF1-3654-2F32-C865B75CA65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CA41BF-BBFD-FE38-6DF1-C7679A3318DD}"/>
              </a:ext>
            </a:extLst>
          </p:cNvPr>
          <p:cNvSpPr/>
          <p:nvPr/>
        </p:nvSpPr>
        <p:spPr>
          <a:xfrm>
            <a:off x="0" y="1484672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7DF63F-FC24-0617-D88D-8622CFAEA875}"/>
                  </a:ext>
                </a:extLst>
              </p:cNvPr>
              <p:cNvSpPr txBox="1"/>
              <p:nvPr/>
            </p:nvSpPr>
            <p:spPr>
              <a:xfrm>
                <a:off x="3154802" y="371444"/>
                <a:ext cx="562540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</a:rPr>
                  <a:t>How do we choose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7DF63F-FC24-0617-D88D-8622CFAEA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802" y="371444"/>
                <a:ext cx="5625404" cy="707886"/>
              </a:xfrm>
              <a:prstGeom prst="rect">
                <a:avLst/>
              </a:prstGeom>
              <a:blipFill>
                <a:blip r:embed="rId3"/>
                <a:stretch>
                  <a:fillRect l="-3905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226F6-A1EB-E619-52D2-417A069ED865}"/>
                  </a:ext>
                </a:extLst>
              </p:cNvPr>
              <p:cNvSpPr txBox="1"/>
              <p:nvPr/>
            </p:nvSpPr>
            <p:spPr>
              <a:xfrm>
                <a:off x="68825" y="1774282"/>
                <a:ext cx="1109078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eventually take the derivative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 we want it to be something whose derivative is easier to work with than the original function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 good way to remember which functions best satisfy this criteria is the acronym LIATE,  which stands for “Let’s Integrate A Terrible Equation”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226F6-A1EB-E619-52D2-417A069ED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" y="1774282"/>
                <a:ext cx="11090787" cy="1938992"/>
              </a:xfrm>
              <a:prstGeom prst="rect">
                <a:avLst/>
              </a:prstGeom>
              <a:blipFill>
                <a:blip r:embed="rId4"/>
                <a:stretch>
                  <a:fillRect l="-824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A8DE2-BE53-738A-5C63-2D0FB055BABD}"/>
                  </a:ext>
                </a:extLst>
              </p:cNvPr>
              <p:cNvSpPr txBox="1"/>
              <p:nvPr/>
            </p:nvSpPr>
            <p:spPr>
              <a:xfrm>
                <a:off x="324463" y="3932011"/>
                <a:ext cx="9576620" cy="2643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L</a:t>
                </a:r>
                <a:r>
                  <a:rPr lang="en-US" sz="2400" dirty="0"/>
                  <a:t>: Logarithms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etc.)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I</a:t>
                </a:r>
                <a:r>
                  <a:rPr lang="en-US" sz="2400" dirty="0"/>
                  <a:t>: Inverse Trig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arctan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etc</a:t>
                </a:r>
                <a:r>
                  <a:rPr lang="en-US" sz="2400" dirty="0"/>
                  <a:t>.)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A</a:t>
                </a:r>
                <a:r>
                  <a:rPr lang="en-US" sz="2400" dirty="0"/>
                  <a:t>: Algebraic (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etc.)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T</a:t>
                </a:r>
                <a:r>
                  <a:rPr lang="en-US" sz="2400" dirty="0"/>
                  <a:t>: Trig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err="1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etc</a:t>
                </a:r>
                <a:r>
                  <a:rPr lang="en-US" sz="2400" dirty="0"/>
                  <a:t>.)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E</a:t>
                </a:r>
                <a:r>
                  <a:rPr lang="en-US" sz="2400" dirty="0"/>
                  <a:t>: Exponentials(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/>
                  <a:t>,etc.)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A8DE2-BE53-738A-5C63-2D0FB055B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3" y="3932011"/>
                <a:ext cx="9576620" cy="2643737"/>
              </a:xfrm>
              <a:prstGeom prst="rect">
                <a:avLst/>
              </a:prstGeom>
              <a:blipFill>
                <a:blip r:embed="rId5"/>
                <a:stretch>
                  <a:fillRect l="-955" t="-1843" b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3B9CB3E-2B26-10AA-88C2-B54C25220CDA}"/>
              </a:ext>
            </a:extLst>
          </p:cNvPr>
          <p:cNvSpPr txBox="1"/>
          <p:nvPr/>
        </p:nvSpPr>
        <p:spPr>
          <a:xfrm>
            <a:off x="8141109" y="3390108"/>
            <a:ext cx="2526890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You may have learned it as  LIPET, ILATE, ILPTE</a:t>
            </a:r>
          </a:p>
        </p:txBody>
      </p:sp>
    </p:spTree>
    <p:extLst>
      <p:ext uri="{BB962C8B-B14F-4D97-AF65-F5344CB8AC3E}">
        <p14:creationId xmlns:p14="http://schemas.microsoft.com/office/powerpoint/2010/main" val="396707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A610-C667-06A0-AD0A-1A0CBF66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D1233D-3094-AD64-EF03-FC3DEBEFBB3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5AD5B7-1B5B-6D15-9DE0-E3BDA6D78979}"/>
              </a:ext>
            </a:extLst>
          </p:cNvPr>
          <p:cNvSpPr/>
          <p:nvPr/>
        </p:nvSpPr>
        <p:spPr>
          <a:xfrm>
            <a:off x="0" y="1474840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12129-508D-F8D4-AFA9-637026E85AC4}"/>
              </a:ext>
            </a:extLst>
          </p:cNvPr>
          <p:cNvSpPr txBox="1"/>
          <p:nvPr/>
        </p:nvSpPr>
        <p:spPr>
          <a:xfrm>
            <a:off x="5152102" y="371444"/>
            <a:ext cx="3628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043407-B89C-78A3-F536-991AADB95EA6}"/>
                  </a:ext>
                </a:extLst>
              </p:cNvPr>
              <p:cNvSpPr txBox="1"/>
              <p:nvPr/>
            </p:nvSpPr>
            <p:spPr>
              <a:xfrm>
                <a:off x="275301" y="2124571"/>
                <a:ext cx="9576620" cy="409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L</a:t>
                </a:r>
                <a:r>
                  <a:rPr lang="en-US" sz="2400" dirty="0"/>
                  <a:t>: Logarithms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etc.) </a:t>
                </a:r>
              </a:p>
              <a:p>
                <a:pPr>
                  <a:spcAft>
                    <a:spcPts val="4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I</a:t>
                </a:r>
                <a:r>
                  <a:rPr lang="en-US" sz="2400" dirty="0"/>
                  <a:t>: Inverse Trig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arcsin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arctan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etc</a:t>
                </a:r>
                <a:r>
                  <a:rPr lang="en-US" sz="2400" dirty="0"/>
                  <a:t>.) </a:t>
                </a:r>
              </a:p>
              <a:p>
                <a:pPr>
                  <a:spcAft>
                    <a:spcPts val="4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A</a:t>
                </a:r>
                <a:r>
                  <a:rPr lang="en-US" sz="2400" dirty="0"/>
                  <a:t>: Algebraic (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etc.) </a:t>
                </a:r>
              </a:p>
              <a:p>
                <a:pPr>
                  <a:spcAft>
                    <a:spcPts val="4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T</a:t>
                </a:r>
                <a:r>
                  <a:rPr lang="en-US" sz="2400" dirty="0"/>
                  <a:t>: Trig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err="1"/>
                  <a:t>,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err="1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etc</a:t>
                </a:r>
                <a:r>
                  <a:rPr lang="en-US" sz="2400" dirty="0"/>
                  <a:t>.) </a:t>
                </a:r>
              </a:p>
              <a:p>
                <a:pPr>
                  <a:spcAft>
                    <a:spcPts val="4200"/>
                  </a:spcAft>
                </a:pPr>
                <a:r>
                  <a:rPr lang="en-US" sz="2400" dirty="0"/>
                  <a:t>• </a:t>
                </a:r>
                <a:r>
                  <a:rPr lang="en-US" sz="2400" b="1" dirty="0"/>
                  <a:t>E</a:t>
                </a:r>
                <a:r>
                  <a:rPr lang="en-US" sz="2400" dirty="0"/>
                  <a:t>: Exponentials(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/>
                  <a:t>,etc.)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043407-B89C-78A3-F536-991AADB95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1" y="2124571"/>
                <a:ext cx="9576620" cy="4093428"/>
              </a:xfrm>
              <a:prstGeom prst="rect">
                <a:avLst/>
              </a:prstGeom>
              <a:blipFill>
                <a:blip r:embed="rId3"/>
                <a:stretch>
                  <a:fillRect l="-955" t="-1192" b="-2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AB033504-53F5-664D-C1DF-6588E9174AE8}"/>
              </a:ext>
            </a:extLst>
          </p:cNvPr>
          <p:cNvSpPr/>
          <p:nvPr/>
        </p:nvSpPr>
        <p:spPr>
          <a:xfrm>
            <a:off x="5810865" y="2124571"/>
            <a:ext cx="855406" cy="1562526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4BADC5-AE8A-BB83-7006-D7DBB85EA925}"/>
                  </a:ext>
                </a:extLst>
              </p:cNvPr>
              <p:cNvSpPr txBox="1"/>
              <p:nvPr/>
            </p:nvSpPr>
            <p:spPr>
              <a:xfrm>
                <a:off x="6799005" y="2597897"/>
                <a:ext cx="6105832" cy="615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Derivatives of the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4BADC5-AE8A-BB83-7006-D7DBB85EA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005" y="2597897"/>
                <a:ext cx="6105832" cy="615874"/>
              </a:xfrm>
              <a:prstGeom prst="rect">
                <a:avLst/>
              </a:prstGeom>
              <a:blipFill>
                <a:blip r:embed="rId4"/>
                <a:stretch>
                  <a:fillRect l="-1497"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84A72630-A272-2232-23BB-6CBDC640B4BC}"/>
              </a:ext>
            </a:extLst>
          </p:cNvPr>
          <p:cNvSpPr/>
          <p:nvPr/>
        </p:nvSpPr>
        <p:spPr>
          <a:xfrm>
            <a:off x="4080388" y="3859511"/>
            <a:ext cx="855406" cy="623547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2A1155-30A1-E244-B969-81B3CB899E51}"/>
              </a:ext>
            </a:extLst>
          </p:cNvPr>
          <p:cNvSpPr txBox="1"/>
          <p:nvPr/>
        </p:nvSpPr>
        <p:spPr>
          <a:xfrm>
            <a:off x="5063611" y="3929590"/>
            <a:ext cx="6105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Derivatives are a polynomial of lower degree</a:t>
            </a:r>
          </a:p>
          <a:p>
            <a:r>
              <a:rPr lang="en-US" sz="2400" dirty="0"/>
              <a:t>(eventually die off)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AEA0CEA-AB5B-E710-3581-AAAFBA7D3628}"/>
              </a:ext>
            </a:extLst>
          </p:cNvPr>
          <p:cNvSpPr/>
          <p:nvPr/>
        </p:nvSpPr>
        <p:spPr>
          <a:xfrm>
            <a:off x="4296696" y="4886983"/>
            <a:ext cx="855406" cy="1309291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C6414C-5255-18C2-D072-B94CEAF3A7D7}"/>
                  </a:ext>
                </a:extLst>
              </p:cNvPr>
              <p:cNvSpPr txBox="1"/>
              <p:nvPr/>
            </p:nvSpPr>
            <p:spPr>
              <a:xfrm>
                <a:off x="5223384" y="5107074"/>
                <a:ext cx="678180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Derivatives may be cyclical (think sine/cosine) or proportional to original function (think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C6414C-5255-18C2-D072-B94CEAF3A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384" y="5107074"/>
                <a:ext cx="6781801" cy="830997"/>
              </a:xfrm>
              <a:prstGeom prst="rect">
                <a:avLst/>
              </a:prstGeom>
              <a:blipFill>
                <a:blip r:embed="rId5"/>
                <a:stretch>
                  <a:fillRect l="-143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34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1BBB-9096-CEE0-3EB7-2F355C1E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A6E70A-D760-F7CC-496B-D1A53D13BFF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578284-8DC2-DEB1-AD10-B8303DDEE8B5}"/>
              </a:ext>
            </a:extLst>
          </p:cNvPr>
          <p:cNvSpPr/>
          <p:nvPr/>
        </p:nvSpPr>
        <p:spPr>
          <a:xfrm>
            <a:off x="0" y="1474840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C5849-9BE8-D1E7-212D-6BF6C9E3B200}"/>
              </a:ext>
            </a:extLst>
          </p:cNvPr>
          <p:cNvSpPr txBox="1"/>
          <p:nvPr/>
        </p:nvSpPr>
        <p:spPr>
          <a:xfrm>
            <a:off x="2999452" y="408095"/>
            <a:ext cx="6478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LIATE Possible Approaches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D225F2-C31E-BD60-A60C-B391DABE463D}"/>
                  </a:ext>
                </a:extLst>
              </p:cNvPr>
              <p:cNvSpPr txBox="1"/>
              <p:nvPr/>
            </p:nvSpPr>
            <p:spPr>
              <a:xfrm>
                <a:off x="294966" y="1800106"/>
                <a:ext cx="95766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200"/>
                  </a:spcAft>
                </a:pPr>
                <a:r>
                  <a:rPr lang="en-US" sz="2400" dirty="0"/>
                  <a:t>1.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Logarithmic or Inverse Trig,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sz="2400" dirty="0"/>
                  <a:t> is Algebraic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D225F2-C31E-BD60-A60C-B391DABE4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6" y="1800106"/>
                <a:ext cx="9576620" cy="461665"/>
              </a:xfrm>
              <a:prstGeom prst="rect">
                <a:avLst/>
              </a:prstGeom>
              <a:blipFill>
                <a:blip r:embed="rId3"/>
                <a:stretch>
                  <a:fillRect l="-95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586FDC1-73E8-920A-3124-B4C29B1A0CDB}"/>
              </a:ext>
            </a:extLst>
          </p:cNvPr>
          <p:cNvSpPr txBox="1"/>
          <p:nvPr/>
        </p:nvSpPr>
        <p:spPr>
          <a:xfrm>
            <a:off x="0" y="6396335"/>
            <a:ext cx="11803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0"/>
              </a:spcAft>
            </a:pPr>
            <a:r>
              <a:rPr lang="en-US" sz="2400" dirty="0"/>
              <a:t>*These do not cover all possible integration by parts questions; just an important subset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E72C1F-B548-09F5-DF3C-D914CD73B957}"/>
                  </a:ext>
                </a:extLst>
              </p:cNvPr>
              <p:cNvSpPr txBox="1"/>
              <p:nvPr/>
            </p:nvSpPr>
            <p:spPr>
              <a:xfrm>
                <a:off x="1462548" y="3822743"/>
                <a:ext cx="638359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arctan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arctan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E72C1F-B548-09F5-DF3C-D914CD73B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548" y="3822743"/>
                <a:ext cx="6383594" cy="1061060"/>
              </a:xfrm>
              <a:prstGeom prst="rect">
                <a:avLst/>
              </a:prstGeom>
              <a:blipFill>
                <a:blip r:embed="rId4"/>
                <a:stretch>
                  <a:fillRect r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936208-155F-673E-5A50-511CF142F68A}"/>
                  </a:ext>
                </a:extLst>
              </p:cNvPr>
              <p:cNvSpPr txBox="1"/>
              <p:nvPr/>
            </p:nvSpPr>
            <p:spPr>
              <a:xfrm>
                <a:off x="2524433" y="3227908"/>
                <a:ext cx="2273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936208-155F-673E-5A50-511CF142F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433" y="3227908"/>
                <a:ext cx="227371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95B0C0-2FEE-F5D7-3115-17CA6D36750D}"/>
                  </a:ext>
                </a:extLst>
              </p:cNvPr>
              <p:cNvSpPr txBox="1"/>
              <p:nvPr/>
            </p:nvSpPr>
            <p:spPr>
              <a:xfrm>
                <a:off x="1462548" y="2211261"/>
                <a:ext cx="638359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arctan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95B0C0-2FEE-F5D7-3115-17CA6D367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548" y="2211261"/>
                <a:ext cx="6383594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9F5547-ABAD-FF70-1BCC-9CEC550F1668}"/>
                  </a:ext>
                </a:extLst>
              </p:cNvPr>
              <p:cNvSpPr txBox="1"/>
              <p:nvPr/>
            </p:nvSpPr>
            <p:spPr>
              <a:xfrm>
                <a:off x="4959145" y="3221811"/>
                <a:ext cx="2273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9F5547-ABAD-FF70-1BCC-9CEC550F1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145" y="3221811"/>
                <a:ext cx="227371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C134478-0D49-A4C4-8D7A-AFB2901758DB}"/>
              </a:ext>
            </a:extLst>
          </p:cNvPr>
          <p:cNvSpPr txBox="1"/>
          <p:nvPr/>
        </p:nvSpPr>
        <p:spPr>
          <a:xfrm>
            <a:off x="336753" y="4967661"/>
            <a:ext cx="11803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0"/>
              </a:spcAft>
            </a:pPr>
            <a:r>
              <a:rPr lang="en-US" sz="2400" dirty="0"/>
              <a:t>“The derivative of the Logarithmic or Inverse Trig function integrates well with Algebraic functions”</a:t>
            </a:r>
          </a:p>
        </p:txBody>
      </p:sp>
    </p:spTree>
    <p:extLst>
      <p:ext uri="{BB962C8B-B14F-4D97-AF65-F5344CB8AC3E}">
        <p14:creationId xmlns:p14="http://schemas.microsoft.com/office/powerpoint/2010/main" val="315042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A09D-1269-BE15-6D0A-A89DDE3C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17B4BC-24F9-8714-B4B4-09D4A1DA435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03641-9AB6-3151-FA1C-00428B0AEA15}"/>
              </a:ext>
            </a:extLst>
          </p:cNvPr>
          <p:cNvSpPr/>
          <p:nvPr/>
        </p:nvSpPr>
        <p:spPr>
          <a:xfrm>
            <a:off x="0" y="1474840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8779E-B919-69C5-0340-A6087D3F6B67}"/>
              </a:ext>
            </a:extLst>
          </p:cNvPr>
          <p:cNvSpPr txBox="1"/>
          <p:nvPr/>
        </p:nvSpPr>
        <p:spPr>
          <a:xfrm>
            <a:off x="2999452" y="408095"/>
            <a:ext cx="6478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LIATE Possible Approaches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21296-3F99-B21F-2783-1053DEB9E921}"/>
                  </a:ext>
                </a:extLst>
              </p:cNvPr>
              <p:cNvSpPr txBox="1"/>
              <p:nvPr/>
            </p:nvSpPr>
            <p:spPr>
              <a:xfrm>
                <a:off x="294966" y="1800106"/>
                <a:ext cx="100092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200"/>
                  </a:spcAft>
                </a:pPr>
                <a:r>
                  <a:rPr lang="en-US" sz="2400" dirty="0"/>
                  <a:t>2.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Algebraic,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sz="2400" dirty="0"/>
                  <a:t> is Trigonometric or Exponential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21296-3F99-B21F-2783-1053DEB9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6" y="1800106"/>
                <a:ext cx="10009240" cy="461665"/>
              </a:xfrm>
              <a:prstGeom prst="rect">
                <a:avLst/>
              </a:prstGeom>
              <a:blipFill>
                <a:blip r:embed="rId3"/>
                <a:stretch>
                  <a:fillRect l="-91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D8A288-7455-7A05-4C4A-FD49023798E6}"/>
                  </a:ext>
                </a:extLst>
              </p:cNvPr>
              <p:cNvSpPr txBox="1"/>
              <p:nvPr/>
            </p:nvSpPr>
            <p:spPr>
              <a:xfrm>
                <a:off x="194186" y="3701831"/>
                <a:ext cx="10921799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D8A288-7455-7A05-4C4A-FD4902379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86" y="3701831"/>
                <a:ext cx="10921799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FE198A-1433-9637-FE88-9C207A35BD7F}"/>
                  </a:ext>
                </a:extLst>
              </p:cNvPr>
              <p:cNvSpPr txBox="1"/>
              <p:nvPr/>
            </p:nvSpPr>
            <p:spPr>
              <a:xfrm>
                <a:off x="2524433" y="3227908"/>
                <a:ext cx="2273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FE198A-1433-9637-FE88-9C207A35B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433" y="3227908"/>
                <a:ext cx="227371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15BC39-9226-3621-0287-5F8FB2FDC31B}"/>
                  </a:ext>
                </a:extLst>
              </p:cNvPr>
              <p:cNvSpPr txBox="1"/>
              <p:nvPr/>
            </p:nvSpPr>
            <p:spPr>
              <a:xfrm>
                <a:off x="1462548" y="2211261"/>
                <a:ext cx="638359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15BC39-9226-3621-0287-5F8FB2FDC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548" y="2211261"/>
                <a:ext cx="6383594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60A9FE-CE2C-29EA-492F-98160D6BFF34}"/>
                  </a:ext>
                </a:extLst>
              </p:cNvPr>
              <p:cNvSpPr txBox="1"/>
              <p:nvPr/>
            </p:nvSpPr>
            <p:spPr>
              <a:xfrm>
                <a:off x="4959145" y="3221811"/>
                <a:ext cx="2273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60A9FE-CE2C-29EA-492F-98160D6BF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145" y="3221811"/>
                <a:ext cx="227371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1C6A562-DA19-7498-98AC-E57F0F7A650C}"/>
              </a:ext>
            </a:extLst>
          </p:cNvPr>
          <p:cNvSpPr txBox="1"/>
          <p:nvPr/>
        </p:nvSpPr>
        <p:spPr>
          <a:xfrm>
            <a:off x="194186" y="5439711"/>
            <a:ext cx="11803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0"/>
              </a:spcAft>
            </a:pPr>
            <a:r>
              <a:rPr lang="en-US" sz="2400" dirty="0"/>
              <a:t>“We kill off the Algebraic term while the Trigonometric or Exponential keeps getting integrated 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6CDE36-D116-391F-722F-98703FC4FD7E}"/>
                  </a:ext>
                </a:extLst>
              </p:cNvPr>
              <p:cNvSpPr txBox="1"/>
              <p:nvPr/>
            </p:nvSpPr>
            <p:spPr>
              <a:xfrm>
                <a:off x="194185" y="4518553"/>
                <a:ext cx="10921799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6CDE36-D116-391F-722F-98703FC4F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85" y="4518553"/>
                <a:ext cx="10921799" cy="10610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72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86FF-0B2F-9863-D8E6-D9DA7969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0FD414-FCA8-D88E-259C-2804F352C51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3E857-A20A-2BDA-9385-480182A99619}"/>
              </a:ext>
            </a:extLst>
          </p:cNvPr>
          <p:cNvSpPr/>
          <p:nvPr/>
        </p:nvSpPr>
        <p:spPr>
          <a:xfrm>
            <a:off x="0" y="1474840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91782-34D2-506B-32FF-E861C13B708D}"/>
              </a:ext>
            </a:extLst>
          </p:cNvPr>
          <p:cNvSpPr txBox="1"/>
          <p:nvPr/>
        </p:nvSpPr>
        <p:spPr>
          <a:xfrm>
            <a:off x="2999452" y="408095"/>
            <a:ext cx="6478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LIATE Possible Approaches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4A74B4-230C-65E9-AA18-0C83B4000199}"/>
                  </a:ext>
                </a:extLst>
              </p:cNvPr>
              <p:cNvSpPr txBox="1"/>
              <p:nvPr/>
            </p:nvSpPr>
            <p:spPr>
              <a:xfrm>
                <a:off x="294966" y="1800106"/>
                <a:ext cx="100092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200"/>
                  </a:spcAft>
                </a:pPr>
                <a:r>
                  <a:rPr lang="en-US" sz="2400" dirty="0"/>
                  <a:t>3.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Trigonometric,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sz="2400" dirty="0"/>
                  <a:t> is Exponential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4A74B4-230C-65E9-AA18-0C83B4000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6" y="1800106"/>
                <a:ext cx="10009240" cy="461665"/>
              </a:xfrm>
              <a:prstGeom prst="rect">
                <a:avLst/>
              </a:prstGeom>
              <a:blipFill>
                <a:blip r:embed="rId3"/>
                <a:stretch>
                  <a:fillRect l="-91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3A56C6-5353-4FB0-8F7E-7D8C4E7FF1F4}"/>
                  </a:ext>
                </a:extLst>
              </p:cNvPr>
              <p:cNvSpPr txBox="1"/>
              <p:nvPr/>
            </p:nvSpPr>
            <p:spPr>
              <a:xfrm>
                <a:off x="512197" y="3617397"/>
                <a:ext cx="8284295" cy="2998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3A56C6-5353-4FB0-8F7E-7D8C4E7FF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97" y="3617397"/>
                <a:ext cx="8284295" cy="29985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19525B-17D8-8676-9210-39DF358C0D60}"/>
                  </a:ext>
                </a:extLst>
              </p:cNvPr>
              <p:cNvSpPr txBox="1"/>
              <p:nvPr/>
            </p:nvSpPr>
            <p:spPr>
              <a:xfrm>
                <a:off x="2101644" y="3156169"/>
                <a:ext cx="2273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19525B-17D8-8676-9210-39DF358C0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644" y="3156169"/>
                <a:ext cx="227371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6FED9C-4A04-CECD-6C4D-BB857AF06D48}"/>
                  </a:ext>
                </a:extLst>
              </p:cNvPr>
              <p:cNvSpPr txBox="1"/>
              <p:nvPr/>
            </p:nvSpPr>
            <p:spPr>
              <a:xfrm>
                <a:off x="1462548" y="2211261"/>
                <a:ext cx="638359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6FED9C-4A04-CECD-6C4D-BB857AF06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548" y="2211261"/>
                <a:ext cx="6383594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6DC7F6-1B8A-994D-6E5C-1862A1BBC9D9}"/>
                  </a:ext>
                </a:extLst>
              </p:cNvPr>
              <p:cNvSpPr txBox="1"/>
              <p:nvPr/>
            </p:nvSpPr>
            <p:spPr>
              <a:xfrm>
                <a:off x="4654345" y="3155732"/>
                <a:ext cx="2273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6DC7F6-1B8A-994D-6E5C-1862A1BBC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345" y="3155732"/>
                <a:ext cx="227371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953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58CB1-AD20-B396-5659-21C84E97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94EE81-BCC5-1973-B904-FFCB3E58597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CABCF-431D-0AAC-6B93-D96488E8EA5D}"/>
              </a:ext>
            </a:extLst>
          </p:cNvPr>
          <p:cNvSpPr/>
          <p:nvPr/>
        </p:nvSpPr>
        <p:spPr>
          <a:xfrm>
            <a:off x="0" y="1474840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32F50-E3C7-44EC-48FE-9658E20B4C89}"/>
              </a:ext>
            </a:extLst>
          </p:cNvPr>
          <p:cNvSpPr txBox="1"/>
          <p:nvPr/>
        </p:nvSpPr>
        <p:spPr>
          <a:xfrm>
            <a:off x="2999452" y="408095"/>
            <a:ext cx="6478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LIATE Possible Approaches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168772-986B-E72E-AD04-18F1272742D7}"/>
                  </a:ext>
                </a:extLst>
              </p:cNvPr>
              <p:cNvSpPr txBox="1"/>
              <p:nvPr/>
            </p:nvSpPr>
            <p:spPr>
              <a:xfrm>
                <a:off x="294966" y="1800106"/>
                <a:ext cx="100092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200"/>
                  </a:spcAft>
                </a:pPr>
                <a:r>
                  <a:rPr lang="en-US" sz="2400" dirty="0"/>
                  <a:t>3.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Trigonometric,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sz="2400" dirty="0"/>
                  <a:t> is Exponential [CONTINUED]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168772-986B-E72E-AD04-18F127274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6" y="1800106"/>
                <a:ext cx="10009240" cy="461665"/>
              </a:xfrm>
              <a:prstGeom prst="rect">
                <a:avLst/>
              </a:prstGeom>
              <a:blipFill>
                <a:blip r:embed="rId3"/>
                <a:stretch>
                  <a:fillRect l="-91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163AA-5A12-F953-304D-A3130F459C79}"/>
                  </a:ext>
                </a:extLst>
              </p:cNvPr>
              <p:cNvSpPr txBox="1"/>
              <p:nvPr/>
            </p:nvSpPr>
            <p:spPr>
              <a:xfrm>
                <a:off x="610519" y="2341231"/>
                <a:ext cx="8284295" cy="2029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163AA-5A12-F953-304D-A3130F459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19" y="2341231"/>
                <a:ext cx="8284295" cy="2029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734A8D0-049B-92CD-886A-9B3BFB17796E}"/>
              </a:ext>
            </a:extLst>
          </p:cNvPr>
          <p:cNvSpPr txBox="1"/>
          <p:nvPr/>
        </p:nvSpPr>
        <p:spPr>
          <a:xfrm>
            <a:off x="294966" y="4596230"/>
            <a:ext cx="11803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0"/>
              </a:spcAft>
            </a:pPr>
            <a:r>
              <a:rPr lang="en-US" sz="2400" dirty="0"/>
              <a:t>“We use the cyclical nature of the sine/cosine derivatives and the consistency of the exponential derivatives for solve for our integral ”</a:t>
            </a:r>
          </a:p>
        </p:txBody>
      </p:sp>
    </p:spTree>
    <p:extLst>
      <p:ext uri="{BB962C8B-B14F-4D97-AF65-F5344CB8AC3E}">
        <p14:creationId xmlns:p14="http://schemas.microsoft.com/office/powerpoint/2010/main" val="3811648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628</Words>
  <Application>Microsoft Office PowerPoint</Application>
  <PresentationFormat>Widescreen</PresentationFormat>
  <Paragraphs>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5</cp:revision>
  <cp:lastPrinted>2025-08-21T02:00:35Z</cp:lastPrinted>
  <dcterms:created xsi:type="dcterms:W3CDTF">2025-08-20T23:47:39Z</dcterms:created>
  <dcterms:modified xsi:type="dcterms:W3CDTF">2026-01-16T02:27:51Z</dcterms:modified>
</cp:coreProperties>
</file>