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82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2" r:id="rId12"/>
    <p:sldId id="291" r:id="rId13"/>
    <p:sldId id="293" r:id="rId14"/>
    <p:sldId id="295" r:id="rId15"/>
    <p:sldId id="294" r:id="rId16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DBC47-48CE-4BE8-B5B4-A15594B93275}" v="1308" dt="2026-01-16T00:43:22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">
      <pc:chgData name="Jacob Wyngaard" userId="6181fcd471e98458" providerId="LiveId" clId="{788BA123-62C9-4DDC-86E5-A6BCA4600216}" dt="2026-01-16T00:43:22.109" v="4694"/>
      <pc:docMkLst>
        <pc:docMk/>
      </pc:docMkLst>
      <pc:sldChg chg="modSp mod">
        <pc:chgData name="Jacob Wyngaard" userId="6181fcd471e98458" providerId="LiveId" clId="{788BA123-62C9-4DDC-86E5-A6BCA4600216}" dt="2026-01-15T19:42:20.930" v="852" actId="20577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15T19:42:20.930" v="852" actId="20577"/>
          <ac:spMkLst>
            <pc:docMk/>
            <pc:sldMk cId="1116112418" sldId="256"/>
            <ac:spMk id="2" creationId="{671C48F4-EC8B-9D87-E495-936CA1EC5A08}"/>
          </ac:spMkLst>
        </pc:spChg>
      </pc:sldChg>
      <pc:sldChg chg="del">
        <pc:chgData name="Jacob Wyngaard" userId="6181fcd471e98458" providerId="LiveId" clId="{788BA123-62C9-4DDC-86E5-A6BCA4600216}" dt="2026-01-15T19:37:46.153" v="731" actId="47"/>
        <pc:sldMkLst>
          <pc:docMk/>
          <pc:sldMk cId="1816408807" sldId="257"/>
        </pc:sldMkLst>
      </pc:sldChg>
      <pc:sldChg chg="addSp delSp modSp mod">
        <pc:chgData name="Jacob Wyngaard" userId="6181fcd471e98458" providerId="LiveId" clId="{788BA123-62C9-4DDC-86E5-A6BCA4600216}" dt="2026-01-15T19:31:34.381" v="354" actId="20577"/>
        <pc:sldMkLst>
          <pc:docMk/>
          <pc:sldMk cId="1388335378" sldId="259"/>
        </pc:sldMkLst>
        <pc:spChg chg="add mod">
          <ac:chgData name="Jacob Wyngaard" userId="6181fcd471e98458" providerId="LiveId" clId="{788BA123-62C9-4DDC-86E5-A6BCA4600216}" dt="2026-01-15T19:31:34.381" v="354" actId="20577"/>
          <ac:spMkLst>
            <pc:docMk/>
            <pc:sldMk cId="1388335378" sldId="259"/>
            <ac:spMk id="3" creationId="{71059FC0-8796-1ECD-C623-A630EE4D1B17}"/>
          </ac:spMkLst>
        </pc:spChg>
        <pc:spChg chg="mod">
          <ac:chgData name="Jacob Wyngaard" userId="6181fcd471e98458" providerId="LiveId" clId="{788BA123-62C9-4DDC-86E5-A6BCA4600216}" dt="2026-01-15T19:27:12.401" v="33" actId="14100"/>
          <ac:spMkLst>
            <pc:docMk/>
            <pc:sldMk cId="1388335378" sldId="259"/>
            <ac:spMk id="9" creationId="{C643209B-C381-F683-2264-D243348F0B95}"/>
          </ac:spMkLst>
        </pc:spChg>
        <pc:spChg chg="del">
          <ac:chgData name="Jacob Wyngaard" userId="6181fcd471e98458" providerId="LiveId" clId="{788BA123-62C9-4DDC-86E5-A6BCA4600216}" dt="2026-01-15T19:27:04.669" v="18" actId="478"/>
          <ac:spMkLst>
            <pc:docMk/>
            <pc:sldMk cId="1388335378" sldId="259"/>
            <ac:spMk id="10" creationId="{3BE5F8D9-C502-4BA5-47E4-7A782FC2F2DA}"/>
          </ac:spMkLst>
        </pc:spChg>
        <pc:spChg chg="del">
          <ac:chgData name="Jacob Wyngaard" userId="6181fcd471e98458" providerId="LiveId" clId="{788BA123-62C9-4DDC-86E5-A6BCA4600216}" dt="2026-01-15T19:27:02.244" v="15" actId="478"/>
          <ac:spMkLst>
            <pc:docMk/>
            <pc:sldMk cId="1388335378" sldId="259"/>
            <ac:spMk id="11" creationId="{21DA68EA-D2F3-2204-9F76-16FF67AFB7E7}"/>
          </ac:spMkLst>
        </pc:spChg>
        <pc:picChg chg="del">
          <ac:chgData name="Jacob Wyngaard" userId="6181fcd471e98458" providerId="LiveId" clId="{788BA123-62C9-4DDC-86E5-A6BCA4600216}" dt="2026-01-15T19:27:03.385" v="17" actId="478"/>
          <ac:picMkLst>
            <pc:docMk/>
            <pc:sldMk cId="1388335378" sldId="259"/>
            <ac:picMk id="2" creationId="{BA1481FF-9826-0493-759B-7FA9C8BD0745}"/>
          </ac:picMkLst>
        </pc:picChg>
        <pc:picChg chg="del">
          <ac:chgData name="Jacob Wyngaard" userId="6181fcd471e98458" providerId="LiveId" clId="{788BA123-62C9-4DDC-86E5-A6BCA4600216}" dt="2026-01-15T19:27:02.877" v="16" actId="478"/>
          <ac:picMkLst>
            <pc:docMk/>
            <pc:sldMk cId="1388335378" sldId="259"/>
            <ac:picMk id="7" creationId="{1E400D46-6BD5-F390-00C0-AA423CBED969}"/>
          </ac:picMkLst>
        </pc:picChg>
      </pc:sldChg>
      <pc:sldChg chg="del">
        <pc:chgData name="Jacob Wyngaard" userId="6181fcd471e98458" providerId="LiveId" clId="{788BA123-62C9-4DDC-86E5-A6BCA4600216}" dt="2026-01-15T21:55:12.923" v="3954" actId="47"/>
        <pc:sldMkLst>
          <pc:docMk/>
          <pc:sldMk cId="1318791338" sldId="276"/>
        </pc:sldMkLst>
      </pc:sldChg>
      <pc:sldChg chg="del">
        <pc:chgData name="Jacob Wyngaard" userId="6181fcd471e98458" providerId="LiveId" clId="{788BA123-62C9-4DDC-86E5-A6BCA4600216}" dt="2026-01-15T19:37:46.153" v="731" actId="47"/>
        <pc:sldMkLst>
          <pc:docMk/>
          <pc:sldMk cId="2750639316" sldId="281"/>
        </pc:sldMkLst>
      </pc:sldChg>
      <pc:sldChg chg="addSp delSp modSp mod">
        <pc:chgData name="Jacob Wyngaard" userId="6181fcd471e98458" providerId="LiveId" clId="{788BA123-62C9-4DDC-86E5-A6BCA4600216}" dt="2026-01-15T20:12:32.507" v="2431" actId="20577"/>
        <pc:sldMkLst>
          <pc:docMk/>
          <pc:sldMk cId="1526671245" sldId="282"/>
        </pc:sldMkLst>
        <pc:spChg chg="del">
          <ac:chgData name="Jacob Wyngaard" userId="6181fcd471e98458" providerId="LiveId" clId="{788BA123-62C9-4DDC-86E5-A6BCA4600216}" dt="2026-01-15T19:34:18.697" v="449" actId="478"/>
          <ac:spMkLst>
            <pc:docMk/>
            <pc:sldMk cId="1526671245" sldId="282"/>
            <ac:spMk id="2" creationId="{FA7E6B8E-DD7C-9E36-2DDB-35665B018828}"/>
          </ac:spMkLst>
        </pc:spChg>
        <pc:spChg chg="add mod">
          <ac:chgData name="Jacob Wyngaard" userId="6181fcd471e98458" providerId="LiveId" clId="{788BA123-62C9-4DDC-86E5-A6BCA4600216}" dt="2026-01-15T20:10:58.600" v="2410" actId="14100"/>
          <ac:spMkLst>
            <pc:docMk/>
            <pc:sldMk cId="1526671245" sldId="282"/>
            <ac:spMk id="4" creationId="{786156B0-0227-8A11-6A38-9986AA375281}"/>
          </ac:spMkLst>
        </pc:spChg>
        <pc:spChg chg="add mod">
          <ac:chgData name="Jacob Wyngaard" userId="6181fcd471e98458" providerId="LiveId" clId="{788BA123-62C9-4DDC-86E5-A6BCA4600216}" dt="2026-01-15T19:43:42.868" v="908" actId="1076"/>
          <ac:spMkLst>
            <pc:docMk/>
            <pc:sldMk cId="1526671245" sldId="282"/>
            <ac:spMk id="7" creationId="{DC8E367A-05D7-3001-24EE-4ECEF42F06A4}"/>
          </ac:spMkLst>
        </pc:spChg>
        <pc:spChg chg="mod">
          <ac:chgData name="Jacob Wyngaard" userId="6181fcd471e98458" providerId="LiveId" clId="{788BA123-62C9-4DDC-86E5-A6BCA4600216}" dt="2026-01-15T19:42:16.164" v="850" actId="20577"/>
          <ac:spMkLst>
            <pc:docMk/>
            <pc:sldMk cId="1526671245" sldId="282"/>
            <ac:spMk id="9" creationId="{6C40A74F-CE09-A339-E5C9-6F24D4C3DE9B}"/>
          </ac:spMkLst>
        </pc:spChg>
        <pc:spChg chg="add mod">
          <ac:chgData name="Jacob Wyngaard" userId="6181fcd471e98458" providerId="LiveId" clId="{788BA123-62C9-4DDC-86E5-A6BCA4600216}" dt="2026-01-15T19:43:59.556" v="910" actId="1076"/>
          <ac:spMkLst>
            <pc:docMk/>
            <pc:sldMk cId="1526671245" sldId="282"/>
            <ac:spMk id="10" creationId="{EB12E101-955B-E5DB-CBCC-2224D1D74F4F}"/>
          </ac:spMkLst>
        </pc:spChg>
        <pc:spChg chg="mod">
          <ac:chgData name="Jacob Wyngaard" userId="6181fcd471e98458" providerId="LiveId" clId="{788BA123-62C9-4DDC-86E5-A6BCA4600216}" dt="2026-01-15T20:12:32.507" v="2431" actId="20577"/>
          <ac:spMkLst>
            <pc:docMk/>
            <pc:sldMk cId="1526671245" sldId="282"/>
            <ac:spMk id="11" creationId="{0A34939C-F0C3-7291-4244-CED53F49AC71}"/>
          </ac:spMkLst>
        </pc:spChg>
        <pc:spChg chg="add mod">
          <ac:chgData name="Jacob Wyngaard" userId="6181fcd471e98458" providerId="LiveId" clId="{788BA123-62C9-4DDC-86E5-A6BCA4600216}" dt="2026-01-15T19:44:05.243" v="911" actId="1036"/>
          <ac:spMkLst>
            <pc:docMk/>
            <pc:sldMk cId="1526671245" sldId="282"/>
            <ac:spMk id="13" creationId="{B27FAF8F-9AA1-9CAB-EF0B-F7603A12A30A}"/>
          </ac:spMkLst>
        </pc:spChg>
        <pc:spChg chg="add mod">
          <ac:chgData name="Jacob Wyngaard" userId="6181fcd471e98458" providerId="LiveId" clId="{788BA123-62C9-4DDC-86E5-A6BCA4600216}" dt="2026-01-15T19:43:50.445" v="909" actId="1076"/>
          <ac:spMkLst>
            <pc:docMk/>
            <pc:sldMk cId="1526671245" sldId="282"/>
            <ac:spMk id="16" creationId="{7DD8E434-7CF2-888A-5CC7-21D7A1976593}"/>
          </ac:spMkLst>
        </pc:spChg>
        <pc:cxnChg chg="add mod">
          <ac:chgData name="Jacob Wyngaard" userId="6181fcd471e98458" providerId="LiveId" clId="{788BA123-62C9-4DDC-86E5-A6BCA4600216}" dt="2026-01-15T19:43:50.445" v="909" actId="1076"/>
          <ac:cxnSpMkLst>
            <pc:docMk/>
            <pc:sldMk cId="1526671245" sldId="282"/>
            <ac:cxnSpMk id="15" creationId="{700211D2-AC71-82ED-DA6B-5509107898A8}"/>
          </ac:cxnSpMkLst>
        </pc:cxnChg>
      </pc:sldChg>
      <pc:sldChg chg="add del">
        <pc:chgData name="Jacob Wyngaard" userId="6181fcd471e98458" providerId="LiveId" clId="{788BA123-62C9-4DDC-86E5-A6BCA4600216}" dt="2026-01-15T20:13:54.322" v="2443" actId="47"/>
        <pc:sldMkLst>
          <pc:docMk/>
          <pc:sldMk cId="1678494553" sldId="283"/>
        </pc:sldMkLst>
      </pc:sldChg>
      <pc:sldChg chg="addSp delSp modSp add mod">
        <pc:chgData name="Jacob Wyngaard" userId="6181fcd471e98458" providerId="LiveId" clId="{788BA123-62C9-4DDC-86E5-A6BCA4600216}" dt="2026-01-15T19:48:22.571" v="1278" actId="14100"/>
        <pc:sldMkLst>
          <pc:docMk/>
          <pc:sldMk cId="253019165" sldId="284"/>
        </pc:sldMkLst>
        <pc:spChg chg="add mod">
          <ac:chgData name="Jacob Wyngaard" userId="6181fcd471e98458" providerId="LiveId" clId="{788BA123-62C9-4DDC-86E5-A6BCA4600216}" dt="2026-01-15T19:46:07.149" v="1041" actId="1076"/>
          <ac:spMkLst>
            <pc:docMk/>
            <pc:sldMk cId="253019165" sldId="284"/>
            <ac:spMk id="3" creationId="{69903AAF-E84E-D634-3A49-1C164F3768A0}"/>
          </ac:spMkLst>
        </pc:spChg>
        <pc:spChg chg="del">
          <ac:chgData name="Jacob Wyngaard" userId="6181fcd471e98458" providerId="LiveId" clId="{788BA123-62C9-4DDC-86E5-A6BCA4600216}" dt="2026-01-15T19:40:51.789" v="772" actId="478"/>
          <ac:spMkLst>
            <pc:docMk/>
            <pc:sldMk cId="253019165" sldId="284"/>
            <ac:spMk id="4" creationId="{D815B00A-EF46-194A-3C76-23B76FCCC818}"/>
          </ac:spMkLst>
        </pc:spChg>
        <pc:spChg chg="mod">
          <ac:chgData name="Jacob Wyngaard" userId="6181fcd471e98458" providerId="LiveId" clId="{788BA123-62C9-4DDC-86E5-A6BCA4600216}" dt="2026-01-15T19:45:30.919" v="1031" actId="1076"/>
          <ac:spMkLst>
            <pc:docMk/>
            <pc:sldMk cId="253019165" sldId="284"/>
            <ac:spMk id="7" creationId="{F35DF7D6-0EE8-3407-2E2C-B466BB7783C8}"/>
          </ac:spMkLst>
        </pc:spChg>
        <pc:spChg chg="mod">
          <ac:chgData name="Jacob Wyngaard" userId="6181fcd471e98458" providerId="LiveId" clId="{788BA123-62C9-4DDC-86E5-A6BCA4600216}" dt="2026-01-15T19:42:09.540" v="848" actId="20577"/>
          <ac:spMkLst>
            <pc:docMk/>
            <pc:sldMk cId="253019165" sldId="284"/>
            <ac:spMk id="9" creationId="{01E65DE8-A552-E1AC-9237-6843575B6FB0}"/>
          </ac:spMkLst>
        </pc:spChg>
        <pc:spChg chg="mod">
          <ac:chgData name="Jacob Wyngaard" userId="6181fcd471e98458" providerId="LiveId" clId="{788BA123-62C9-4DDC-86E5-A6BCA4600216}" dt="2026-01-15T19:46:01.211" v="1040" actId="1076"/>
          <ac:spMkLst>
            <pc:docMk/>
            <pc:sldMk cId="253019165" sldId="284"/>
            <ac:spMk id="10" creationId="{F6D227A9-CEDF-C598-2CF9-44006EFE7E36}"/>
          </ac:spMkLst>
        </pc:spChg>
        <pc:spChg chg="del">
          <ac:chgData name="Jacob Wyngaard" userId="6181fcd471e98458" providerId="LiveId" clId="{788BA123-62C9-4DDC-86E5-A6BCA4600216}" dt="2026-01-15T19:40:52.603" v="773" actId="478"/>
          <ac:spMkLst>
            <pc:docMk/>
            <pc:sldMk cId="253019165" sldId="284"/>
            <ac:spMk id="11" creationId="{41A88C91-0763-68E7-EA8C-CFEC654765F9}"/>
          </ac:spMkLst>
        </pc:spChg>
        <pc:spChg chg="mod">
          <ac:chgData name="Jacob Wyngaard" userId="6181fcd471e98458" providerId="LiveId" clId="{788BA123-62C9-4DDC-86E5-A6BCA4600216}" dt="2026-01-15T19:46:01.211" v="1040" actId="1076"/>
          <ac:spMkLst>
            <pc:docMk/>
            <pc:sldMk cId="253019165" sldId="284"/>
            <ac:spMk id="13" creationId="{71075060-0C3E-4D79-D1D3-B911E45A8812}"/>
          </ac:spMkLst>
        </pc:spChg>
        <pc:spChg chg="mod">
          <ac:chgData name="Jacob Wyngaard" userId="6181fcd471e98458" providerId="LiveId" clId="{788BA123-62C9-4DDC-86E5-A6BCA4600216}" dt="2026-01-15T19:45:51.895" v="1039" actId="1076"/>
          <ac:spMkLst>
            <pc:docMk/>
            <pc:sldMk cId="253019165" sldId="284"/>
            <ac:spMk id="16" creationId="{AA04A302-8BA5-E25E-AA92-F598BB952F3E}"/>
          </ac:spMkLst>
        </pc:spChg>
        <pc:spChg chg="add mod">
          <ac:chgData name="Jacob Wyngaard" userId="6181fcd471e98458" providerId="LiveId" clId="{788BA123-62C9-4DDC-86E5-A6BCA4600216}" dt="2026-01-15T19:45:43.510" v="1037" actId="1076"/>
          <ac:spMkLst>
            <pc:docMk/>
            <pc:sldMk cId="253019165" sldId="284"/>
            <ac:spMk id="18" creationId="{F237BC48-C48F-B63E-B8A6-DCDF98109207}"/>
          </ac:spMkLst>
        </pc:spChg>
        <pc:spChg chg="add mod">
          <ac:chgData name="Jacob Wyngaard" userId="6181fcd471e98458" providerId="LiveId" clId="{788BA123-62C9-4DDC-86E5-A6BCA4600216}" dt="2026-01-15T19:45:25.461" v="1030" actId="14100"/>
          <ac:spMkLst>
            <pc:docMk/>
            <pc:sldMk cId="253019165" sldId="284"/>
            <ac:spMk id="19" creationId="{ECAB24A1-7F33-2C9D-AB2B-5FE8B5E7A794}"/>
          </ac:spMkLst>
        </pc:spChg>
        <pc:spChg chg="add mod">
          <ac:chgData name="Jacob Wyngaard" userId="6181fcd471e98458" providerId="LiveId" clId="{788BA123-62C9-4DDC-86E5-A6BCA4600216}" dt="2026-01-15T19:48:00.117" v="1274"/>
          <ac:spMkLst>
            <pc:docMk/>
            <pc:sldMk cId="253019165" sldId="284"/>
            <ac:spMk id="20" creationId="{F340B447-C4BC-B8F7-D91C-5984B6D1AB11}"/>
          </ac:spMkLst>
        </pc:spChg>
        <pc:picChg chg="add mod">
          <ac:chgData name="Jacob Wyngaard" userId="6181fcd471e98458" providerId="LiveId" clId="{788BA123-62C9-4DDC-86E5-A6BCA4600216}" dt="2026-01-15T19:48:22.571" v="1278" actId="14100"/>
          <ac:picMkLst>
            <pc:docMk/>
            <pc:sldMk cId="253019165" sldId="284"/>
            <ac:picMk id="21" creationId="{765061D9-8154-FDB9-B923-C619070B30F7}"/>
          </ac:picMkLst>
        </pc:picChg>
        <pc:cxnChg chg="add mod">
          <ac:chgData name="Jacob Wyngaard" userId="6181fcd471e98458" providerId="LiveId" clId="{788BA123-62C9-4DDC-86E5-A6BCA4600216}" dt="2026-01-15T19:45:39.460" v="1036" actId="1037"/>
          <ac:cxnSpMkLst>
            <pc:docMk/>
            <pc:sldMk cId="253019165" sldId="284"/>
            <ac:cxnSpMk id="14" creationId="{AB5EF1DA-770A-D02F-1616-49144C8BF889}"/>
          </ac:cxnSpMkLst>
        </pc:cxnChg>
        <pc:cxnChg chg="mod">
          <ac:chgData name="Jacob Wyngaard" userId="6181fcd471e98458" providerId="LiveId" clId="{788BA123-62C9-4DDC-86E5-A6BCA4600216}" dt="2026-01-15T19:45:48.647" v="1038" actId="1076"/>
          <ac:cxnSpMkLst>
            <pc:docMk/>
            <pc:sldMk cId="253019165" sldId="284"/>
            <ac:cxnSpMk id="15" creationId="{035034EF-4FBE-3A4E-4FD7-9B514A969B5C}"/>
          </ac:cxnSpMkLst>
        </pc:cxnChg>
      </pc:sldChg>
      <pc:sldChg chg="delSp modSp add mod">
        <pc:chgData name="Jacob Wyngaard" userId="6181fcd471e98458" providerId="LiveId" clId="{788BA123-62C9-4DDC-86E5-A6BCA4600216}" dt="2026-01-15T21:35:14.004" v="3225" actId="1076"/>
        <pc:sldMkLst>
          <pc:docMk/>
          <pc:sldMk cId="3812596258" sldId="285"/>
        </pc:sldMkLst>
        <pc:spChg chg="mod">
          <ac:chgData name="Jacob Wyngaard" userId="6181fcd471e98458" providerId="LiveId" clId="{788BA123-62C9-4DDC-86E5-A6BCA4600216}" dt="2026-01-15T19:51:41.804" v="1391" actId="20577"/>
          <ac:spMkLst>
            <pc:docMk/>
            <pc:sldMk cId="3812596258" sldId="285"/>
            <ac:spMk id="3" creationId="{1F2990DA-AC29-35BA-FE25-73CC0088E34C}"/>
          </ac:spMkLst>
        </pc:spChg>
        <pc:spChg chg="mod">
          <ac:chgData name="Jacob Wyngaard" userId="6181fcd471e98458" providerId="LiveId" clId="{788BA123-62C9-4DDC-86E5-A6BCA4600216}" dt="2026-01-15T19:51:25.120" v="1386" actId="20577"/>
          <ac:spMkLst>
            <pc:docMk/>
            <pc:sldMk cId="3812596258" sldId="285"/>
            <ac:spMk id="7" creationId="{9A80A122-DA46-72DF-4CD2-8ABB8E8F9B25}"/>
          </ac:spMkLst>
        </pc:spChg>
        <pc:spChg chg="mod">
          <ac:chgData name="Jacob Wyngaard" userId="6181fcd471e98458" providerId="LiveId" clId="{788BA123-62C9-4DDC-86E5-A6BCA4600216}" dt="2026-01-15T19:49:53.368" v="1320" actId="1076"/>
          <ac:spMkLst>
            <pc:docMk/>
            <pc:sldMk cId="3812596258" sldId="285"/>
            <ac:spMk id="9" creationId="{1636441D-8B25-18EB-1896-6242AC6E5B56}"/>
          </ac:spMkLst>
        </pc:spChg>
        <pc:spChg chg="del">
          <ac:chgData name="Jacob Wyngaard" userId="6181fcd471e98458" providerId="LiveId" clId="{788BA123-62C9-4DDC-86E5-A6BCA4600216}" dt="2026-01-15T19:50:53.054" v="1375" actId="478"/>
          <ac:spMkLst>
            <pc:docMk/>
            <pc:sldMk cId="3812596258" sldId="285"/>
            <ac:spMk id="10" creationId="{43895EF5-8B6C-730A-99EC-69B86B76420B}"/>
          </ac:spMkLst>
        </pc:spChg>
        <pc:spChg chg="del">
          <ac:chgData name="Jacob Wyngaard" userId="6181fcd471e98458" providerId="LiveId" clId="{788BA123-62C9-4DDC-86E5-A6BCA4600216}" dt="2026-01-15T19:50:54.309" v="1376" actId="478"/>
          <ac:spMkLst>
            <pc:docMk/>
            <pc:sldMk cId="3812596258" sldId="285"/>
            <ac:spMk id="13" creationId="{FAB3BFDD-4648-C191-2890-D230B446AECB}"/>
          </ac:spMkLst>
        </pc:spChg>
        <pc:spChg chg="del">
          <ac:chgData name="Jacob Wyngaard" userId="6181fcd471e98458" providerId="LiveId" clId="{788BA123-62C9-4DDC-86E5-A6BCA4600216}" dt="2026-01-15T19:50:56.305" v="1378" actId="478"/>
          <ac:spMkLst>
            <pc:docMk/>
            <pc:sldMk cId="3812596258" sldId="285"/>
            <ac:spMk id="16" creationId="{663FB5F6-5B60-E37C-2273-BDA5FE9C522F}"/>
          </ac:spMkLst>
        </pc:spChg>
        <pc:spChg chg="del">
          <ac:chgData name="Jacob Wyngaard" userId="6181fcd471e98458" providerId="LiveId" clId="{788BA123-62C9-4DDC-86E5-A6BCA4600216}" dt="2026-01-15T19:50:58.155" v="1379" actId="478"/>
          <ac:spMkLst>
            <pc:docMk/>
            <pc:sldMk cId="3812596258" sldId="285"/>
            <ac:spMk id="18" creationId="{184564E7-141B-0B81-CC50-35D0AE576BBB}"/>
          </ac:spMkLst>
        </pc:spChg>
        <pc:spChg chg="mod">
          <ac:chgData name="Jacob Wyngaard" userId="6181fcd471e98458" providerId="LiveId" clId="{788BA123-62C9-4DDC-86E5-A6BCA4600216}" dt="2026-01-15T19:50:50.086" v="1374" actId="20577"/>
          <ac:spMkLst>
            <pc:docMk/>
            <pc:sldMk cId="3812596258" sldId="285"/>
            <ac:spMk id="19" creationId="{C9687495-AB6B-5A84-953A-429BDA9CAA37}"/>
          </ac:spMkLst>
        </pc:spChg>
        <pc:spChg chg="mod">
          <ac:chgData name="Jacob Wyngaard" userId="6181fcd471e98458" providerId="LiveId" clId="{788BA123-62C9-4DDC-86E5-A6BCA4600216}" dt="2026-01-15T19:52:51.852" v="1408" actId="20577"/>
          <ac:spMkLst>
            <pc:docMk/>
            <pc:sldMk cId="3812596258" sldId="285"/>
            <ac:spMk id="20" creationId="{1E5F5457-8F15-B0CC-FD41-8C8147BF89C8}"/>
          </ac:spMkLst>
        </pc:spChg>
        <pc:picChg chg="mod">
          <ac:chgData name="Jacob Wyngaard" userId="6181fcd471e98458" providerId="LiveId" clId="{788BA123-62C9-4DDC-86E5-A6BCA4600216}" dt="2026-01-15T21:35:14.004" v="3225" actId="1076"/>
          <ac:picMkLst>
            <pc:docMk/>
            <pc:sldMk cId="3812596258" sldId="285"/>
            <ac:picMk id="21" creationId="{528054A1-A7E4-6D2D-75D8-26BB00887E7F}"/>
          </ac:picMkLst>
        </pc:picChg>
        <pc:cxnChg chg="del">
          <ac:chgData name="Jacob Wyngaard" userId="6181fcd471e98458" providerId="LiveId" clId="{788BA123-62C9-4DDC-86E5-A6BCA4600216}" dt="2026-01-15T19:50:58.899" v="1380" actId="478"/>
          <ac:cxnSpMkLst>
            <pc:docMk/>
            <pc:sldMk cId="3812596258" sldId="285"/>
            <ac:cxnSpMk id="14" creationId="{7C1FC65D-C175-201E-EED3-46DEDCB53068}"/>
          </ac:cxnSpMkLst>
        </pc:cxnChg>
        <pc:cxnChg chg="del">
          <ac:chgData name="Jacob Wyngaard" userId="6181fcd471e98458" providerId="LiveId" clId="{788BA123-62C9-4DDC-86E5-A6BCA4600216}" dt="2026-01-15T19:50:54.992" v="1377" actId="478"/>
          <ac:cxnSpMkLst>
            <pc:docMk/>
            <pc:sldMk cId="3812596258" sldId="285"/>
            <ac:cxnSpMk id="15" creationId="{D6B6750D-7080-7048-43B6-5B76C5575B46}"/>
          </ac:cxnSpMkLst>
        </pc:cxnChg>
      </pc:sldChg>
      <pc:sldChg chg="addSp delSp modSp add mod">
        <pc:chgData name="Jacob Wyngaard" userId="6181fcd471e98458" providerId="LiveId" clId="{788BA123-62C9-4DDC-86E5-A6BCA4600216}" dt="2026-01-15T19:53:30.654" v="1424" actId="1076"/>
        <pc:sldMkLst>
          <pc:docMk/>
          <pc:sldMk cId="1721140882" sldId="286"/>
        </pc:sldMkLst>
        <pc:spChg chg="mod">
          <ac:chgData name="Jacob Wyngaard" userId="6181fcd471e98458" providerId="LiveId" clId="{788BA123-62C9-4DDC-86E5-A6BCA4600216}" dt="2026-01-15T19:53:03.875" v="1412" actId="20577"/>
          <ac:spMkLst>
            <pc:docMk/>
            <pc:sldMk cId="1721140882" sldId="286"/>
            <ac:spMk id="7" creationId="{5A671AAD-ECA4-F0BA-D641-7195A59123A6}"/>
          </ac:spMkLst>
        </pc:spChg>
        <pc:spChg chg="mod">
          <ac:chgData name="Jacob Wyngaard" userId="6181fcd471e98458" providerId="LiveId" clId="{788BA123-62C9-4DDC-86E5-A6BCA4600216}" dt="2026-01-15T19:53:12.571" v="1420" actId="20577"/>
          <ac:spMkLst>
            <pc:docMk/>
            <pc:sldMk cId="1721140882" sldId="286"/>
            <ac:spMk id="20" creationId="{A87AFF89-84B1-535E-AD80-2DF6B12FA2EA}"/>
          </ac:spMkLst>
        </pc:spChg>
        <pc:picChg chg="add mod">
          <ac:chgData name="Jacob Wyngaard" userId="6181fcd471e98458" providerId="LiveId" clId="{788BA123-62C9-4DDC-86E5-A6BCA4600216}" dt="2026-01-15T19:53:30.654" v="1424" actId="1076"/>
          <ac:picMkLst>
            <pc:docMk/>
            <pc:sldMk cId="1721140882" sldId="286"/>
            <ac:picMk id="2" creationId="{FA52CA76-8480-752F-AADC-0525680B3F1C}"/>
          </ac:picMkLst>
        </pc:picChg>
        <pc:picChg chg="del">
          <ac:chgData name="Jacob Wyngaard" userId="6181fcd471e98458" providerId="LiveId" clId="{788BA123-62C9-4DDC-86E5-A6BCA4600216}" dt="2026-01-15T19:53:14.430" v="1421" actId="478"/>
          <ac:picMkLst>
            <pc:docMk/>
            <pc:sldMk cId="1721140882" sldId="286"/>
            <ac:picMk id="21" creationId="{B3F2E9E7-E276-3FD3-1873-080DBB4B5FF7}"/>
          </ac:picMkLst>
        </pc:picChg>
      </pc:sldChg>
      <pc:sldChg chg="addSp delSp modSp add mod ord">
        <pc:chgData name="Jacob Wyngaard" userId="6181fcd471e98458" providerId="LiveId" clId="{788BA123-62C9-4DDC-86E5-A6BCA4600216}" dt="2026-01-16T00:29:56.517" v="4176" actId="20577"/>
        <pc:sldMkLst>
          <pc:docMk/>
          <pc:sldMk cId="166545931" sldId="287"/>
        </pc:sldMkLst>
        <pc:spChg chg="add mod">
          <ac:chgData name="Jacob Wyngaard" userId="6181fcd471e98458" providerId="LiveId" clId="{788BA123-62C9-4DDC-86E5-A6BCA4600216}" dt="2026-01-15T19:58:37.054" v="1809" actId="20577"/>
          <ac:spMkLst>
            <pc:docMk/>
            <pc:sldMk cId="166545931" sldId="287"/>
            <ac:spMk id="2" creationId="{B987A9DE-798F-2B30-AF6C-E96DFC72D1A9}"/>
          </ac:spMkLst>
        </pc:spChg>
        <pc:spChg chg="mod">
          <ac:chgData name="Jacob Wyngaard" userId="6181fcd471e98458" providerId="LiveId" clId="{788BA123-62C9-4DDC-86E5-A6BCA4600216}" dt="2026-01-15T19:56:10.101" v="1650" actId="1076"/>
          <ac:spMkLst>
            <pc:docMk/>
            <pc:sldMk cId="166545931" sldId="287"/>
            <ac:spMk id="3" creationId="{586AB465-44F8-FE2F-3101-5C23C816D84D}"/>
          </ac:spMkLst>
        </pc:spChg>
        <pc:spChg chg="add mod">
          <ac:chgData name="Jacob Wyngaard" userId="6181fcd471e98458" providerId="LiveId" clId="{788BA123-62C9-4DDC-86E5-A6BCA4600216}" dt="2026-01-16T00:29:56.517" v="4176" actId="20577"/>
          <ac:spMkLst>
            <pc:docMk/>
            <pc:sldMk cId="166545931" sldId="287"/>
            <ac:spMk id="4" creationId="{E903C918-28A9-4693-2027-DDA8A5A34EEE}"/>
          </ac:spMkLst>
        </pc:spChg>
        <pc:spChg chg="mod">
          <ac:chgData name="Jacob Wyngaard" userId="6181fcd471e98458" providerId="LiveId" clId="{788BA123-62C9-4DDC-86E5-A6BCA4600216}" dt="2026-01-15T19:56:21.431" v="1655" actId="20577"/>
          <ac:spMkLst>
            <pc:docMk/>
            <pc:sldMk cId="166545931" sldId="287"/>
            <ac:spMk id="7" creationId="{9F91DA0B-25C1-680B-B31F-1246C2C5142B}"/>
          </ac:spMkLst>
        </pc:spChg>
        <pc:spChg chg="mod">
          <ac:chgData name="Jacob Wyngaard" userId="6181fcd471e98458" providerId="LiveId" clId="{788BA123-62C9-4DDC-86E5-A6BCA4600216}" dt="2026-01-15T19:53:56.384" v="1436" actId="1076"/>
          <ac:spMkLst>
            <pc:docMk/>
            <pc:sldMk cId="166545931" sldId="287"/>
            <ac:spMk id="9" creationId="{7BE548EA-E3A1-3C71-BBF1-77372828C36C}"/>
          </ac:spMkLst>
        </pc:spChg>
        <pc:spChg chg="del">
          <ac:chgData name="Jacob Wyngaard" userId="6181fcd471e98458" providerId="LiveId" clId="{788BA123-62C9-4DDC-86E5-A6BCA4600216}" dt="2026-01-15T19:55:11.101" v="1587" actId="478"/>
          <ac:spMkLst>
            <pc:docMk/>
            <pc:sldMk cId="166545931" sldId="287"/>
            <ac:spMk id="10" creationId="{43C10474-57F9-29C3-F09F-CAA93EF7CBBC}"/>
          </ac:spMkLst>
        </pc:spChg>
        <pc:spChg chg="del">
          <ac:chgData name="Jacob Wyngaard" userId="6181fcd471e98458" providerId="LiveId" clId="{788BA123-62C9-4DDC-86E5-A6BCA4600216}" dt="2026-01-15T19:55:10.538" v="1586" actId="478"/>
          <ac:spMkLst>
            <pc:docMk/>
            <pc:sldMk cId="166545931" sldId="287"/>
            <ac:spMk id="13" creationId="{31510439-33C4-CB5B-89AC-D97754F79460}"/>
          </ac:spMkLst>
        </pc:spChg>
        <pc:spChg chg="del">
          <ac:chgData name="Jacob Wyngaard" userId="6181fcd471e98458" providerId="LiveId" clId="{788BA123-62C9-4DDC-86E5-A6BCA4600216}" dt="2026-01-15T19:55:05.312" v="1582" actId="478"/>
          <ac:spMkLst>
            <pc:docMk/>
            <pc:sldMk cId="166545931" sldId="287"/>
            <ac:spMk id="16" creationId="{144BCA79-1D77-E2BF-CC80-97891C1338C0}"/>
          </ac:spMkLst>
        </pc:spChg>
        <pc:spChg chg="del">
          <ac:chgData name="Jacob Wyngaard" userId="6181fcd471e98458" providerId="LiveId" clId="{788BA123-62C9-4DDC-86E5-A6BCA4600216}" dt="2026-01-15T19:55:04.477" v="1581" actId="478"/>
          <ac:spMkLst>
            <pc:docMk/>
            <pc:sldMk cId="166545931" sldId="287"/>
            <ac:spMk id="18" creationId="{05C1DF09-8472-DA9C-EB4E-0FCE710DF0BA}"/>
          </ac:spMkLst>
        </pc:spChg>
        <pc:spChg chg="add del mod">
          <ac:chgData name="Jacob Wyngaard" userId="6181fcd471e98458" providerId="LiveId" clId="{788BA123-62C9-4DDC-86E5-A6BCA4600216}" dt="2026-01-16T00:26:00.902" v="4043"/>
          <ac:spMkLst>
            <pc:docMk/>
            <pc:sldMk cId="166545931" sldId="287"/>
            <ac:spMk id="19" creationId="{1CD8EA40-CB4B-92C1-BB77-CC8CA04BCFA7}"/>
          </ac:spMkLst>
        </pc:spChg>
        <pc:spChg chg="del mod">
          <ac:chgData name="Jacob Wyngaard" userId="6181fcd471e98458" providerId="LiveId" clId="{788BA123-62C9-4DDC-86E5-A6BCA4600216}" dt="2026-01-15T19:58:08.220" v="1784" actId="478"/>
          <ac:spMkLst>
            <pc:docMk/>
            <pc:sldMk cId="166545931" sldId="287"/>
            <ac:spMk id="20" creationId="{27C1D42A-87FB-4734-FA14-63702CA361B5}"/>
          </ac:spMkLst>
        </pc:spChg>
        <pc:picChg chg="del">
          <ac:chgData name="Jacob Wyngaard" userId="6181fcd471e98458" providerId="LiveId" clId="{788BA123-62C9-4DDC-86E5-A6BCA4600216}" dt="2026-01-15T19:58:08.867" v="1785" actId="478"/>
          <ac:picMkLst>
            <pc:docMk/>
            <pc:sldMk cId="166545931" sldId="287"/>
            <ac:picMk id="21" creationId="{4A472C3A-FDA6-9840-D984-DF9B36347416}"/>
          </ac:picMkLst>
        </pc:picChg>
        <pc:picChg chg="add">
          <ac:chgData name="Jacob Wyngaard" userId="6181fcd471e98458" providerId="LiveId" clId="{788BA123-62C9-4DDC-86E5-A6BCA4600216}" dt="2026-01-15T19:54:01.640" v="1438"/>
          <ac:picMkLst>
            <pc:docMk/>
            <pc:sldMk cId="166545931" sldId="287"/>
            <ac:picMk id="1026" creationId="{DA3C9AD4-0E42-8B01-548C-4DA59F7A9416}"/>
          </ac:picMkLst>
        </pc:picChg>
        <pc:cxnChg chg="del">
          <ac:chgData name="Jacob Wyngaard" userId="6181fcd471e98458" providerId="LiveId" clId="{788BA123-62C9-4DDC-86E5-A6BCA4600216}" dt="2026-01-15T19:55:05.946" v="1583" actId="478"/>
          <ac:cxnSpMkLst>
            <pc:docMk/>
            <pc:sldMk cId="166545931" sldId="287"/>
            <ac:cxnSpMk id="14" creationId="{5B9244BE-7F20-F346-7806-DED17A89961D}"/>
          </ac:cxnSpMkLst>
        </pc:cxnChg>
        <pc:cxnChg chg="del">
          <ac:chgData name="Jacob Wyngaard" userId="6181fcd471e98458" providerId="LiveId" clId="{788BA123-62C9-4DDC-86E5-A6BCA4600216}" dt="2026-01-15T19:55:06.617" v="1584" actId="478"/>
          <ac:cxnSpMkLst>
            <pc:docMk/>
            <pc:sldMk cId="166545931" sldId="287"/>
            <ac:cxnSpMk id="15" creationId="{B308FB81-82A4-18A0-05A3-346882E7C203}"/>
          </ac:cxnSpMkLst>
        </pc:cxnChg>
      </pc:sldChg>
      <pc:sldChg chg="addSp delSp modSp add mod">
        <pc:chgData name="Jacob Wyngaard" userId="6181fcd471e98458" providerId="LiveId" clId="{788BA123-62C9-4DDC-86E5-A6BCA4600216}" dt="2026-01-16T00:34:42.782" v="4386" actId="115"/>
        <pc:sldMkLst>
          <pc:docMk/>
          <pc:sldMk cId="4036279525" sldId="288"/>
        </pc:sldMkLst>
        <pc:spChg chg="del">
          <ac:chgData name="Jacob Wyngaard" userId="6181fcd471e98458" providerId="LiveId" clId="{788BA123-62C9-4DDC-86E5-A6BCA4600216}" dt="2026-01-15T20:00:48.696" v="1983" actId="478"/>
          <ac:spMkLst>
            <pc:docMk/>
            <pc:sldMk cId="4036279525" sldId="288"/>
            <ac:spMk id="2" creationId="{C9EBE27C-AED2-36D6-0BA5-CD551D181B82}"/>
          </ac:spMkLst>
        </pc:spChg>
        <pc:spChg chg="del">
          <ac:chgData name="Jacob Wyngaard" userId="6181fcd471e98458" providerId="LiveId" clId="{788BA123-62C9-4DDC-86E5-A6BCA4600216}" dt="2026-01-15T20:00:49.556" v="1984" actId="478"/>
          <ac:spMkLst>
            <pc:docMk/>
            <pc:sldMk cId="4036279525" sldId="288"/>
            <ac:spMk id="3" creationId="{43D5B3D9-27C3-FF23-F6CB-01F0B29FDE93}"/>
          </ac:spMkLst>
        </pc:spChg>
        <pc:spChg chg="add mod">
          <ac:chgData name="Jacob Wyngaard" userId="6181fcd471e98458" providerId="LiveId" clId="{788BA123-62C9-4DDC-86E5-A6BCA4600216}" dt="2026-01-16T00:34:38.420" v="4385" actId="115"/>
          <ac:spMkLst>
            <pc:docMk/>
            <pc:sldMk cId="4036279525" sldId="288"/>
            <ac:spMk id="3" creationId="{CE453720-941D-42D3-6F95-7C2D15380D78}"/>
          </ac:spMkLst>
        </pc:spChg>
        <pc:spChg chg="del mod">
          <ac:chgData name="Jacob Wyngaard" userId="6181fcd471e98458" providerId="LiveId" clId="{788BA123-62C9-4DDC-86E5-A6BCA4600216}" dt="2026-01-16T00:32:58.554" v="4324" actId="478"/>
          <ac:spMkLst>
            <pc:docMk/>
            <pc:sldMk cId="4036279525" sldId="288"/>
            <ac:spMk id="4" creationId="{8E50F0DD-097D-684E-BEA7-AE02FCD3442D}"/>
          </ac:spMkLst>
        </pc:spChg>
        <pc:spChg chg="add mod">
          <ac:chgData name="Jacob Wyngaard" userId="6181fcd471e98458" providerId="LiveId" clId="{788BA123-62C9-4DDC-86E5-A6BCA4600216}" dt="2026-01-16T00:34:42.782" v="4386" actId="115"/>
          <ac:spMkLst>
            <pc:docMk/>
            <pc:sldMk cId="4036279525" sldId="288"/>
            <ac:spMk id="5" creationId="{B99995ED-896D-0910-C064-CD3F0BA08BB3}"/>
          </ac:spMkLst>
        </pc:spChg>
        <pc:spChg chg="del mod">
          <ac:chgData name="Jacob Wyngaard" userId="6181fcd471e98458" providerId="LiveId" clId="{788BA123-62C9-4DDC-86E5-A6BCA4600216}" dt="2026-01-15T20:00:47.795" v="1982" actId="478"/>
          <ac:spMkLst>
            <pc:docMk/>
            <pc:sldMk cId="4036279525" sldId="288"/>
            <ac:spMk id="7" creationId="{A2A7C0C5-DF15-D36B-9E55-3FB5250DB37F}"/>
          </ac:spMkLst>
        </pc:spChg>
        <pc:spChg chg="add mod">
          <ac:chgData name="Jacob Wyngaard" userId="6181fcd471e98458" providerId="LiveId" clId="{788BA123-62C9-4DDC-86E5-A6BCA4600216}" dt="2026-01-16T00:33:53.055" v="4348" actId="1076"/>
          <ac:spMkLst>
            <pc:docMk/>
            <pc:sldMk cId="4036279525" sldId="288"/>
            <ac:spMk id="10" creationId="{5375A3B2-D79A-2070-3F68-3D54B515F404}"/>
          </ac:spMkLst>
        </pc:spChg>
        <pc:spChg chg="add del mod">
          <ac:chgData name="Jacob Wyngaard" userId="6181fcd471e98458" providerId="LiveId" clId="{788BA123-62C9-4DDC-86E5-A6BCA4600216}" dt="2026-01-16T00:33:00.514" v="4325" actId="478"/>
          <ac:spMkLst>
            <pc:docMk/>
            <pc:sldMk cId="4036279525" sldId="288"/>
            <ac:spMk id="11" creationId="{5049C5E6-8753-87CC-7AE2-DA902B60DD68}"/>
          </ac:spMkLst>
        </pc:spChg>
        <pc:spChg chg="add del mod">
          <ac:chgData name="Jacob Wyngaard" userId="6181fcd471e98458" providerId="LiveId" clId="{788BA123-62C9-4DDC-86E5-A6BCA4600216}" dt="2026-01-16T00:33:01.471" v="4326" actId="478"/>
          <ac:spMkLst>
            <pc:docMk/>
            <pc:sldMk cId="4036279525" sldId="288"/>
            <ac:spMk id="12" creationId="{9977CA05-BC75-87A4-7BE4-28E42B559089}"/>
          </ac:spMkLst>
        </pc:spChg>
        <pc:spChg chg="add mod">
          <ac:chgData name="Jacob Wyngaard" userId="6181fcd471e98458" providerId="LiveId" clId="{788BA123-62C9-4DDC-86E5-A6BCA4600216}" dt="2026-01-15T20:03:47.358" v="2090"/>
          <ac:spMkLst>
            <pc:docMk/>
            <pc:sldMk cId="4036279525" sldId="288"/>
            <ac:spMk id="13" creationId="{8B7F3BCE-8518-806A-8D4D-9A766827402A}"/>
          </ac:spMkLst>
        </pc:spChg>
        <pc:spChg chg="add del mod">
          <ac:chgData name="Jacob Wyngaard" userId="6181fcd471e98458" providerId="LiveId" clId="{788BA123-62C9-4DDC-86E5-A6BCA4600216}" dt="2026-01-16T00:33:06.937" v="4328" actId="478"/>
          <ac:spMkLst>
            <pc:docMk/>
            <pc:sldMk cId="4036279525" sldId="288"/>
            <ac:spMk id="14" creationId="{6E20C60A-9BA4-CE56-7507-84C2AC47224C}"/>
          </ac:spMkLst>
        </pc:spChg>
        <pc:spChg chg="add del mod">
          <ac:chgData name="Jacob Wyngaard" userId="6181fcd471e98458" providerId="LiveId" clId="{788BA123-62C9-4DDC-86E5-A6BCA4600216}" dt="2026-01-16T00:33:05.251" v="4327" actId="478"/>
          <ac:spMkLst>
            <pc:docMk/>
            <pc:sldMk cId="4036279525" sldId="288"/>
            <ac:spMk id="16" creationId="{3FF05908-AB0B-8EEC-BC58-2216805B4196}"/>
          </ac:spMkLst>
        </pc:spChg>
        <pc:spChg chg="add mod">
          <ac:chgData name="Jacob Wyngaard" userId="6181fcd471e98458" providerId="LiveId" clId="{788BA123-62C9-4DDC-86E5-A6BCA4600216}" dt="2026-01-16T00:33:57.760" v="4349" actId="1076"/>
          <ac:spMkLst>
            <pc:docMk/>
            <pc:sldMk cId="4036279525" sldId="288"/>
            <ac:spMk id="17" creationId="{5DCBE322-B044-4AED-4607-D889D7F9C18A}"/>
          </ac:spMkLst>
        </pc:spChg>
        <pc:spChg chg="mod">
          <ac:chgData name="Jacob Wyngaard" userId="6181fcd471e98458" providerId="LiveId" clId="{788BA123-62C9-4DDC-86E5-A6BCA4600216}" dt="2026-01-16T00:33:26.164" v="4332" actId="113"/>
          <ac:spMkLst>
            <pc:docMk/>
            <pc:sldMk cId="4036279525" sldId="288"/>
            <ac:spMk id="19" creationId="{34CF0C95-1B20-4FB6-0CAD-79EC262FC897}"/>
          </ac:spMkLst>
        </pc:spChg>
      </pc:sldChg>
      <pc:sldChg chg="addSp delSp modSp add mod">
        <pc:chgData name="Jacob Wyngaard" userId="6181fcd471e98458" providerId="LiveId" clId="{788BA123-62C9-4DDC-86E5-A6BCA4600216}" dt="2026-01-16T00:35:08.938" v="4395" actId="1076"/>
        <pc:sldMkLst>
          <pc:docMk/>
          <pc:sldMk cId="869904273" sldId="289"/>
        </pc:sldMkLst>
        <pc:spChg chg="add mod">
          <ac:chgData name="Jacob Wyngaard" userId="6181fcd471e98458" providerId="LiveId" clId="{788BA123-62C9-4DDC-86E5-A6BCA4600216}" dt="2026-01-15T20:09:35.023" v="2369"/>
          <ac:spMkLst>
            <pc:docMk/>
            <pc:sldMk cId="869904273" sldId="289"/>
            <ac:spMk id="2" creationId="{F476FAE8-8918-82B2-AFD5-B62D33AF41E1}"/>
          </ac:spMkLst>
        </pc:spChg>
        <pc:spChg chg="add mod">
          <ac:chgData name="Jacob Wyngaard" userId="6181fcd471e98458" providerId="LiveId" clId="{788BA123-62C9-4DDC-86E5-A6BCA4600216}" dt="2026-01-16T00:35:08.938" v="4395" actId="1076"/>
          <ac:spMkLst>
            <pc:docMk/>
            <pc:sldMk cId="869904273" sldId="289"/>
            <ac:spMk id="3" creationId="{1E2C79DC-BEB2-E0C1-F58B-9CED8E5AB05A}"/>
          </ac:spMkLst>
        </pc:spChg>
        <pc:spChg chg="del">
          <ac:chgData name="Jacob Wyngaard" userId="6181fcd471e98458" providerId="LiveId" clId="{788BA123-62C9-4DDC-86E5-A6BCA4600216}" dt="2026-01-15T20:05:43.526" v="2176" actId="478"/>
          <ac:spMkLst>
            <pc:docMk/>
            <pc:sldMk cId="869904273" sldId="289"/>
            <ac:spMk id="4" creationId="{BFA33A0D-84C3-5D39-90A2-615AD4039B01}"/>
          </ac:spMkLst>
        </pc:spChg>
        <pc:spChg chg="add mod">
          <ac:chgData name="Jacob Wyngaard" userId="6181fcd471e98458" providerId="LiveId" clId="{788BA123-62C9-4DDC-86E5-A6BCA4600216}" dt="2026-01-15T20:13:31.389" v="2435" actId="20577"/>
          <ac:spMkLst>
            <pc:docMk/>
            <pc:sldMk cId="869904273" sldId="289"/>
            <ac:spMk id="5" creationId="{56487879-B888-DA45-DE9B-AF980B624DF3}"/>
          </ac:spMkLst>
        </pc:spChg>
        <pc:spChg chg="add mod">
          <ac:chgData name="Jacob Wyngaard" userId="6181fcd471e98458" providerId="LiveId" clId="{788BA123-62C9-4DDC-86E5-A6BCA4600216}" dt="2026-01-15T20:13:49.843" v="2442" actId="1076"/>
          <ac:spMkLst>
            <pc:docMk/>
            <pc:sldMk cId="869904273" sldId="289"/>
            <ac:spMk id="7" creationId="{0C44C700-1514-3F29-BFDF-8415F7DD3C88}"/>
          </ac:spMkLst>
        </pc:spChg>
        <pc:spChg chg="del">
          <ac:chgData name="Jacob Wyngaard" userId="6181fcd471e98458" providerId="LiveId" clId="{788BA123-62C9-4DDC-86E5-A6BCA4600216}" dt="2026-01-15T20:05:44.212" v="2177" actId="478"/>
          <ac:spMkLst>
            <pc:docMk/>
            <pc:sldMk cId="869904273" sldId="289"/>
            <ac:spMk id="10" creationId="{61FF2233-FD60-65AB-61F6-D234D4BB43E3}"/>
          </ac:spMkLst>
        </pc:spChg>
        <pc:spChg chg="del">
          <ac:chgData name="Jacob Wyngaard" userId="6181fcd471e98458" providerId="LiveId" clId="{788BA123-62C9-4DDC-86E5-A6BCA4600216}" dt="2026-01-15T20:05:42.850" v="2175" actId="478"/>
          <ac:spMkLst>
            <pc:docMk/>
            <pc:sldMk cId="869904273" sldId="289"/>
            <ac:spMk id="11" creationId="{16F5D47D-5BF0-93A8-BF6F-DC67E85E100F}"/>
          </ac:spMkLst>
        </pc:spChg>
        <pc:spChg chg="del">
          <ac:chgData name="Jacob Wyngaard" userId="6181fcd471e98458" providerId="LiveId" clId="{788BA123-62C9-4DDC-86E5-A6BCA4600216}" dt="2026-01-15T20:05:42.101" v="2174" actId="478"/>
          <ac:spMkLst>
            <pc:docMk/>
            <pc:sldMk cId="869904273" sldId="289"/>
            <ac:spMk id="12" creationId="{326D444F-BE79-3BAA-845F-A795F837B595}"/>
          </ac:spMkLst>
        </pc:spChg>
        <pc:spChg chg="del">
          <ac:chgData name="Jacob Wyngaard" userId="6181fcd471e98458" providerId="LiveId" clId="{788BA123-62C9-4DDC-86E5-A6BCA4600216}" dt="2026-01-15T20:05:41.409" v="2173" actId="478"/>
          <ac:spMkLst>
            <pc:docMk/>
            <pc:sldMk cId="869904273" sldId="289"/>
            <ac:spMk id="14" creationId="{6BB2FF06-B2C0-DD0E-7884-2AAD7A008460}"/>
          </ac:spMkLst>
        </pc:spChg>
        <pc:spChg chg="add mod">
          <ac:chgData name="Jacob Wyngaard" userId="6181fcd471e98458" providerId="LiveId" clId="{788BA123-62C9-4DDC-86E5-A6BCA4600216}" dt="2026-01-15T20:13:37.271" v="2439" actId="1076"/>
          <ac:spMkLst>
            <pc:docMk/>
            <pc:sldMk cId="869904273" sldId="289"/>
            <ac:spMk id="15" creationId="{D73322B2-13E9-5E9E-E74B-4C1CA356A945}"/>
          </ac:spMkLst>
        </pc:spChg>
        <pc:spChg chg="del">
          <ac:chgData name="Jacob Wyngaard" userId="6181fcd471e98458" providerId="LiveId" clId="{788BA123-62C9-4DDC-86E5-A6BCA4600216}" dt="2026-01-15T20:05:39.524" v="2172" actId="478"/>
          <ac:spMkLst>
            <pc:docMk/>
            <pc:sldMk cId="869904273" sldId="289"/>
            <ac:spMk id="16" creationId="{F994B888-6C02-3D20-E34E-A500ADAF2C10}"/>
          </ac:spMkLst>
        </pc:spChg>
        <pc:spChg chg="mod">
          <ac:chgData name="Jacob Wyngaard" userId="6181fcd471e98458" providerId="LiveId" clId="{788BA123-62C9-4DDC-86E5-A6BCA4600216}" dt="2026-01-15T20:08:47.696" v="2348" actId="20577"/>
          <ac:spMkLst>
            <pc:docMk/>
            <pc:sldMk cId="869904273" sldId="289"/>
            <ac:spMk id="17" creationId="{6B5F6B6C-4E13-C7C6-B58B-ECCCF58CFA9B}"/>
          </ac:spMkLst>
        </pc:spChg>
        <pc:spChg chg="del">
          <ac:chgData name="Jacob Wyngaard" userId="6181fcd471e98458" providerId="LiveId" clId="{788BA123-62C9-4DDC-86E5-A6BCA4600216}" dt="2026-01-15T20:05:45.977" v="2178" actId="478"/>
          <ac:spMkLst>
            <pc:docMk/>
            <pc:sldMk cId="869904273" sldId="289"/>
            <ac:spMk id="19" creationId="{AA2CE765-542B-03F7-B6B4-5DAFC83DC804}"/>
          </ac:spMkLst>
        </pc:spChg>
      </pc:sldChg>
      <pc:sldChg chg="addSp delSp modSp add mod">
        <pc:chgData name="Jacob Wyngaard" userId="6181fcd471e98458" providerId="LiveId" clId="{788BA123-62C9-4DDC-86E5-A6BCA4600216}" dt="2026-01-16T00:38:33.228" v="4589" actId="20577"/>
        <pc:sldMkLst>
          <pc:docMk/>
          <pc:sldMk cId="2032838188" sldId="290"/>
        </pc:sldMkLst>
        <pc:spChg chg="del">
          <ac:chgData name="Jacob Wyngaard" userId="6181fcd471e98458" providerId="LiveId" clId="{788BA123-62C9-4DDC-86E5-A6BCA4600216}" dt="2026-01-15T21:22:16.745" v="2463" actId="478"/>
          <ac:spMkLst>
            <pc:docMk/>
            <pc:sldMk cId="2032838188" sldId="290"/>
            <ac:spMk id="2" creationId="{69964AA4-2D94-DDA4-77BE-73EC62CF2A02}"/>
          </ac:spMkLst>
        </pc:spChg>
        <pc:spChg chg="add mod">
          <ac:chgData name="Jacob Wyngaard" userId="6181fcd471e98458" providerId="LiveId" clId="{788BA123-62C9-4DDC-86E5-A6BCA4600216}" dt="2026-01-16T00:38:33.228" v="4589" actId="20577"/>
          <ac:spMkLst>
            <pc:docMk/>
            <pc:sldMk cId="2032838188" sldId="290"/>
            <ac:spMk id="3" creationId="{19559BAC-93AC-6086-50F1-D51EE476577B}"/>
          </ac:spMkLst>
        </pc:spChg>
        <pc:spChg chg="del">
          <ac:chgData name="Jacob Wyngaard" userId="6181fcd471e98458" providerId="LiveId" clId="{788BA123-62C9-4DDC-86E5-A6BCA4600216}" dt="2026-01-15T21:22:15.899" v="2462" actId="478"/>
          <ac:spMkLst>
            <pc:docMk/>
            <pc:sldMk cId="2032838188" sldId="290"/>
            <ac:spMk id="5" creationId="{2BE858D1-4A84-6D73-A8A3-F18AB65D4530}"/>
          </ac:spMkLst>
        </pc:spChg>
        <pc:spChg chg="del">
          <ac:chgData name="Jacob Wyngaard" userId="6181fcd471e98458" providerId="LiveId" clId="{788BA123-62C9-4DDC-86E5-A6BCA4600216}" dt="2026-01-15T21:22:13.810" v="2460" actId="478"/>
          <ac:spMkLst>
            <pc:docMk/>
            <pc:sldMk cId="2032838188" sldId="290"/>
            <ac:spMk id="7" creationId="{62A30B35-BEC4-87FA-0067-058F3320A0BB}"/>
          </ac:spMkLst>
        </pc:spChg>
        <pc:spChg chg="mod">
          <ac:chgData name="Jacob Wyngaard" userId="6181fcd471e98458" providerId="LiveId" clId="{788BA123-62C9-4DDC-86E5-A6BCA4600216}" dt="2026-01-15T21:22:10.139" v="2459" actId="1076"/>
          <ac:spMkLst>
            <pc:docMk/>
            <pc:sldMk cId="2032838188" sldId="290"/>
            <ac:spMk id="9" creationId="{EF68BAA1-906B-FC30-09BD-6CB9DE0A9354}"/>
          </ac:spMkLst>
        </pc:spChg>
        <pc:spChg chg="del">
          <ac:chgData name="Jacob Wyngaard" userId="6181fcd471e98458" providerId="LiveId" clId="{788BA123-62C9-4DDC-86E5-A6BCA4600216}" dt="2026-01-15T21:22:14.743" v="2461" actId="478"/>
          <ac:spMkLst>
            <pc:docMk/>
            <pc:sldMk cId="2032838188" sldId="290"/>
            <ac:spMk id="15" creationId="{DDD6ADDE-31E3-1EB3-A0D2-4786A71E8F07}"/>
          </ac:spMkLst>
        </pc:spChg>
        <pc:spChg chg="del">
          <ac:chgData name="Jacob Wyngaard" userId="6181fcd471e98458" providerId="LiveId" clId="{788BA123-62C9-4DDC-86E5-A6BCA4600216}" dt="2026-01-15T21:22:19.315" v="2464" actId="478"/>
          <ac:spMkLst>
            <pc:docMk/>
            <pc:sldMk cId="2032838188" sldId="290"/>
            <ac:spMk id="17" creationId="{FB66749A-3756-41B4-EA6A-A64D14CBB159}"/>
          </ac:spMkLst>
        </pc:spChg>
      </pc:sldChg>
      <pc:sldChg chg="addSp delSp modSp add mod">
        <pc:chgData name="Jacob Wyngaard" userId="6181fcd471e98458" providerId="LiveId" clId="{788BA123-62C9-4DDC-86E5-A6BCA4600216}" dt="2026-01-16T00:41:36.614" v="4679" actId="1076"/>
        <pc:sldMkLst>
          <pc:docMk/>
          <pc:sldMk cId="891483717" sldId="291"/>
        </pc:sldMkLst>
        <pc:spChg chg="add mod">
          <ac:chgData name="Jacob Wyngaard" userId="6181fcd471e98458" providerId="LiveId" clId="{788BA123-62C9-4DDC-86E5-A6BCA4600216}" dt="2026-01-15T21:30:38.972" v="3098" actId="1076"/>
          <ac:spMkLst>
            <pc:docMk/>
            <pc:sldMk cId="891483717" sldId="291"/>
            <ac:spMk id="2" creationId="{B7EF45FF-1AEF-92B5-9616-130E2A98837F}"/>
          </ac:spMkLst>
        </pc:spChg>
        <pc:spChg chg="mod">
          <ac:chgData name="Jacob Wyngaard" userId="6181fcd471e98458" providerId="LiveId" clId="{788BA123-62C9-4DDC-86E5-A6BCA4600216}" dt="2026-01-16T00:39:35.538" v="4603"/>
          <ac:spMkLst>
            <pc:docMk/>
            <pc:sldMk cId="891483717" sldId="291"/>
            <ac:spMk id="3" creationId="{E562CE69-1317-3551-E9BC-E29E9913F651}"/>
          </ac:spMkLst>
        </pc:spChg>
        <pc:spChg chg="add mod">
          <ac:chgData name="Jacob Wyngaard" userId="6181fcd471e98458" providerId="LiveId" clId="{788BA123-62C9-4DDC-86E5-A6BCA4600216}" dt="2026-01-15T21:33:50.703" v="3167" actId="20577"/>
          <ac:spMkLst>
            <pc:docMk/>
            <pc:sldMk cId="891483717" sldId="291"/>
            <ac:spMk id="5" creationId="{F9A02857-49EB-B228-1676-577375CC11A0}"/>
          </ac:spMkLst>
        </pc:spChg>
        <pc:spChg chg="mod">
          <ac:chgData name="Jacob Wyngaard" userId="6181fcd471e98458" providerId="LiveId" clId="{788BA123-62C9-4DDC-86E5-A6BCA4600216}" dt="2026-01-15T21:29:20.698" v="3081" actId="1076"/>
          <ac:spMkLst>
            <pc:docMk/>
            <pc:sldMk cId="891483717" sldId="291"/>
            <ac:spMk id="6" creationId="{84AFBEAA-6092-A4BF-5B00-4F3FF556392B}"/>
          </ac:spMkLst>
        </pc:spChg>
        <pc:spChg chg="mod">
          <ac:chgData name="Jacob Wyngaard" userId="6181fcd471e98458" providerId="LiveId" clId="{788BA123-62C9-4DDC-86E5-A6BCA4600216}" dt="2026-01-15T21:29:26.310" v="3082" actId="1076"/>
          <ac:spMkLst>
            <pc:docMk/>
            <pc:sldMk cId="891483717" sldId="291"/>
            <ac:spMk id="9" creationId="{117876A1-2514-7768-B770-AF56952FB975}"/>
          </ac:spMkLst>
        </pc:spChg>
        <pc:spChg chg="add del mod">
          <ac:chgData name="Jacob Wyngaard" userId="6181fcd471e98458" providerId="LiveId" clId="{788BA123-62C9-4DDC-86E5-A6BCA4600216}" dt="2026-01-15T21:34:39.788" v="3180" actId="478"/>
          <ac:spMkLst>
            <pc:docMk/>
            <pc:sldMk cId="891483717" sldId="291"/>
            <ac:spMk id="10" creationId="{2098A7C2-0711-15E6-DD89-886B25921ACF}"/>
          </ac:spMkLst>
        </pc:spChg>
        <pc:spChg chg="add del mod">
          <ac:chgData name="Jacob Wyngaard" userId="6181fcd471e98458" providerId="LiveId" clId="{788BA123-62C9-4DDC-86E5-A6BCA4600216}" dt="2026-01-15T21:34:43.617" v="3184" actId="478"/>
          <ac:spMkLst>
            <pc:docMk/>
            <pc:sldMk cId="891483717" sldId="291"/>
            <ac:spMk id="11" creationId="{3438AA0F-1390-31B8-4F1A-9BC3752CA682}"/>
          </ac:spMkLst>
        </pc:spChg>
        <pc:spChg chg="add del mod">
          <ac:chgData name="Jacob Wyngaard" userId="6181fcd471e98458" providerId="LiveId" clId="{788BA123-62C9-4DDC-86E5-A6BCA4600216}" dt="2026-01-15T21:34:42.774" v="3183" actId="478"/>
          <ac:spMkLst>
            <pc:docMk/>
            <pc:sldMk cId="891483717" sldId="291"/>
            <ac:spMk id="12" creationId="{BDE21CF2-7CCA-16A1-AC7C-08C38A25BFD5}"/>
          </ac:spMkLst>
        </pc:spChg>
        <pc:spChg chg="add del mod">
          <ac:chgData name="Jacob Wyngaard" userId="6181fcd471e98458" providerId="LiveId" clId="{788BA123-62C9-4DDC-86E5-A6BCA4600216}" dt="2026-01-15T21:34:41.900" v="3182" actId="478"/>
          <ac:spMkLst>
            <pc:docMk/>
            <pc:sldMk cId="891483717" sldId="291"/>
            <ac:spMk id="14" creationId="{37E7D666-7568-DE00-16AE-58CDAB340960}"/>
          </ac:spMkLst>
        </pc:spChg>
        <pc:spChg chg="add del mod">
          <ac:chgData name="Jacob Wyngaard" userId="6181fcd471e98458" providerId="LiveId" clId="{788BA123-62C9-4DDC-86E5-A6BCA4600216}" dt="2026-01-15T21:34:44.286" v="3185" actId="478"/>
          <ac:spMkLst>
            <pc:docMk/>
            <pc:sldMk cId="891483717" sldId="291"/>
            <ac:spMk id="16" creationId="{751D5445-9853-40BC-F42A-CA290C3DE38D}"/>
          </ac:spMkLst>
        </pc:spChg>
        <pc:spChg chg="add mod">
          <ac:chgData name="Jacob Wyngaard" userId="6181fcd471e98458" providerId="LiveId" clId="{788BA123-62C9-4DDC-86E5-A6BCA4600216}" dt="2026-01-16T00:40:52.964" v="4641" actId="21"/>
          <ac:spMkLst>
            <pc:docMk/>
            <pc:sldMk cId="891483717" sldId="291"/>
            <ac:spMk id="20" creationId="{4A04C31D-CC79-B1F5-23BF-7CFB586B3A71}"/>
          </ac:spMkLst>
        </pc:spChg>
        <pc:spChg chg="add mod">
          <ac:chgData name="Jacob Wyngaard" userId="6181fcd471e98458" providerId="LiveId" clId="{788BA123-62C9-4DDC-86E5-A6BCA4600216}" dt="2026-01-16T00:41:32.659" v="4678" actId="20577"/>
          <ac:spMkLst>
            <pc:docMk/>
            <pc:sldMk cId="891483717" sldId="291"/>
            <ac:spMk id="21" creationId="{EA8B29A1-6D9F-93EA-926E-54FC68AA4E2D}"/>
          </ac:spMkLst>
        </pc:spChg>
        <pc:spChg chg="add mod">
          <ac:chgData name="Jacob Wyngaard" userId="6181fcd471e98458" providerId="LiveId" clId="{788BA123-62C9-4DDC-86E5-A6BCA4600216}" dt="2026-01-16T00:41:29.102" v="4676" actId="1037"/>
          <ac:spMkLst>
            <pc:docMk/>
            <pc:sldMk cId="891483717" sldId="291"/>
            <ac:spMk id="24" creationId="{EBCC38B0-E889-831F-0A92-69661E7A4A7A}"/>
          </ac:spMkLst>
        </pc:spChg>
        <pc:picChg chg="add mod">
          <ac:chgData name="Jacob Wyngaard" userId="6181fcd471e98458" providerId="LiveId" clId="{788BA123-62C9-4DDC-86E5-A6BCA4600216}" dt="2026-01-16T00:41:36.614" v="4679" actId="1076"/>
          <ac:picMkLst>
            <pc:docMk/>
            <pc:sldMk cId="891483717" sldId="291"/>
            <ac:picMk id="22" creationId="{111A1F1A-7217-FC31-A37E-5ED0868EB1B2}"/>
          </ac:picMkLst>
        </pc:picChg>
        <pc:cxnChg chg="add del mod">
          <ac:chgData name="Jacob Wyngaard" userId="6181fcd471e98458" providerId="LiveId" clId="{788BA123-62C9-4DDC-86E5-A6BCA4600216}" dt="2026-01-15T21:34:40.910" v="3181" actId="478"/>
          <ac:cxnSpMkLst>
            <pc:docMk/>
            <pc:sldMk cId="891483717" sldId="291"/>
            <ac:cxnSpMk id="13" creationId="{1BAC890D-9A41-FF8C-E5BD-85369068B484}"/>
          </ac:cxnSpMkLst>
        </pc:cxnChg>
        <pc:cxnChg chg="add del mod">
          <ac:chgData name="Jacob Wyngaard" userId="6181fcd471e98458" providerId="LiveId" clId="{788BA123-62C9-4DDC-86E5-A6BCA4600216}" dt="2026-01-15T21:34:44.973" v="3186" actId="478"/>
          <ac:cxnSpMkLst>
            <pc:docMk/>
            <pc:sldMk cId="891483717" sldId="291"/>
            <ac:cxnSpMk id="15" creationId="{81F170D7-013C-554A-CF43-543515D35AFF}"/>
          </ac:cxnSpMkLst>
        </pc:cxnChg>
      </pc:sldChg>
      <pc:sldChg chg="addSp modSp add mod ord">
        <pc:chgData name="Jacob Wyngaard" userId="6181fcd471e98458" providerId="LiveId" clId="{788BA123-62C9-4DDC-86E5-A6BCA4600216}" dt="2026-01-16T00:40:15.447" v="4615" actId="1076"/>
        <pc:sldMkLst>
          <pc:docMk/>
          <pc:sldMk cId="674643469" sldId="292"/>
        </pc:sldMkLst>
        <pc:spChg chg="mod">
          <ac:chgData name="Jacob Wyngaard" userId="6181fcd471e98458" providerId="LiveId" clId="{788BA123-62C9-4DDC-86E5-A6BCA4600216}" dt="2026-01-16T00:38:47.315" v="4590"/>
          <ac:spMkLst>
            <pc:docMk/>
            <pc:sldMk cId="674643469" sldId="292"/>
            <ac:spMk id="3" creationId="{A7360D78-5493-2FBD-EFF5-2019DFB08B7A}"/>
          </ac:spMkLst>
        </pc:spChg>
        <pc:spChg chg="add mod">
          <ac:chgData name="Jacob Wyngaard" userId="6181fcd471e98458" providerId="LiveId" clId="{788BA123-62C9-4DDC-86E5-A6BCA4600216}" dt="2026-01-16T00:40:15.447" v="4615" actId="1076"/>
          <ac:spMkLst>
            <pc:docMk/>
            <pc:sldMk cId="674643469" sldId="292"/>
            <ac:spMk id="7" creationId="{18246DB0-25C3-EB5C-4166-2B9FF5E518F5}"/>
          </ac:spMkLst>
        </pc:spChg>
        <pc:spChg chg="mod">
          <ac:chgData name="Jacob Wyngaard" userId="6181fcd471e98458" providerId="LiveId" clId="{788BA123-62C9-4DDC-86E5-A6BCA4600216}" dt="2026-01-16T00:39:05.456" v="4602" actId="20577"/>
          <ac:spMkLst>
            <pc:docMk/>
            <pc:sldMk cId="674643469" sldId="292"/>
            <ac:spMk id="20" creationId="{F9BE72AB-D2CC-3838-B06F-E70ACA848877}"/>
          </ac:spMkLst>
        </pc:spChg>
      </pc:sldChg>
      <pc:sldChg chg="addSp delSp modSp add mod">
        <pc:chgData name="Jacob Wyngaard" userId="6181fcd471e98458" providerId="LiveId" clId="{788BA123-62C9-4DDC-86E5-A6BCA4600216}" dt="2026-01-16T00:42:07.712" v="4686" actId="1076"/>
        <pc:sldMkLst>
          <pc:docMk/>
          <pc:sldMk cId="14404142" sldId="293"/>
        </pc:sldMkLst>
        <pc:spChg chg="mod">
          <ac:chgData name="Jacob Wyngaard" userId="6181fcd471e98458" providerId="LiveId" clId="{788BA123-62C9-4DDC-86E5-A6BCA4600216}" dt="2026-01-16T00:41:48.086" v="4681" actId="20577"/>
          <ac:spMkLst>
            <pc:docMk/>
            <pc:sldMk cId="14404142" sldId="293"/>
            <ac:spMk id="3" creationId="{02328E62-64CA-185F-E230-D4E009EEAF5E}"/>
          </ac:spMkLst>
        </pc:spChg>
        <pc:spChg chg="mod">
          <ac:chgData name="Jacob Wyngaard" userId="6181fcd471e98458" providerId="LiveId" clId="{788BA123-62C9-4DDC-86E5-A6BCA4600216}" dt="2026-01-15T21:40:23.253" v="3334" actId="114"/>
          <ac:spMkLst>
            <pc:docMk/>
            <pc:sldMk cId="14404142" sldId="293"/>
            <ac:spMk id="5" creationId="{B5B38B6E-561A-1DED-E33B-88E00808C23F}"/>
          </ac:spMkLst>
        </pc:spChg>
        <pc:spChg chg="add mod">
          <ac:chgData name="Jacob Wyngaard" userId="6181fcd471e98458" providerId="LiveId" clId="{788BA123-62C9-4DDC-86E5-A6BCA4600216}" dt="2026-01-16T00:42:01.558" v="4685" actId="14100"/>
          <ac:spMkLst>
            <pc:docMk/>
            <pc:sldMk cId="14404142" sldId="293"/>
            <ac:spMk id="7" creationId="{52822D9D-9913-474F-1320-8541F80234E5}"/>
          </ac:spMkLst>
        </pc:spChg>
        <pc:spChg chg="add mod">
          <ac:chgData name="Jacob Wyngaard" userId="6181fcd471e98458" providerId="LiveId" clId="{788BA123-62C9-4DDC-86E5-A6BCA4600216}" dt="2026-01-16T00:42:07.712" v="4686" actId="1076"/>
          <ac:spMkLst>
            <pc:docMk/>
            <pc:sldMk cId="14404142" sldId="293"/>
            <ac:spMk id="10" creationId="{D60810F5-C2FF-6B85-38EC-6C1F6CA8CD95}"/>
          </ac:spMkLst>
        </pc:spChg>
        <pc:spChg chg="mod">
          <ac:chgData name="Jacob Wyngaard" userId="6181fcd471e98458" providerId="LiveId" clId="{788BA123-62C9-4DDC-86E5-A6BCA4600216}" dt="2026-01-16T00:41:56.021" v="4683" actId="1076"/>
          <ac:spMkLst>
            <pc:docMk/>
            <pc:sldMk cId="14404142" sldId="293"/>
            <ac:spMk id="20" creationId="{A906008C-2A8C-DA86-13D3-022B7FE4B595}"/>
          </ac:spMkLst>
        </pc:spChg>
        <pc:spChg chg="del">
          <ac:chgData name="Jacob Wyngaard" userId="6181fcd471e98458" providerId="LiveId" clId="{788BA123-62C9-4DDC-86E5-A6BCA4600216}" dt="2026-01-15T21:37:26.901" v="3269" actId="478"/>
          <ac:spMkLst>
            <pc:docMk/>
            <pc:sldMk cId="14404142" sldId="293"/>
            <ac:spMk id="21" creationId="{18FC24DA-24FE-6E2B-7EFA-F31B76B4F5C6}"/>
          </ac:spMkLst>
        </pc:spChg>
        <pc:picChg chg="del">
          <ac:chgData name="Jacob Wyngaard" userId="6181fcd471e98458" providerId="LiveId" clId="{788BA123-62C9-4DDC-86E5-A6BCA4600216}" dt="2026-01-15T21:37:25.526" v="3268" actId="478"/>
          <ac:picMkLst>
            <pc:docMk/>
            <pc:sldMk cId="14404142" sldId="293"/>
            <ac:picMk id="22" creationId="{6E7C838E-9CCE-3E0F-76F1-B9D39E35F3D7}"/>
          </ac:picMkLst>
        </pc:picChg>
      </pc:sldChg>
      <pc:sldChg chg="addSp delSp modSp add mod">
        <pc:chgData name="Jacob Wyngaard" userId="6181fcd471e98458" providerId="LiveId" clId="{788BA123-62C9-4DDC-86E5-A6BCA4600216}" dt="2026-01-15T21:54:12.500" v="3953" actId="14100"/>
        <pc:sldMkLst>
          <pc:docMk/>
          <pc:sldMk cId="234283736" sldId="294"/>
        </pc:sldMkLst>
        <pc:spChg chg="del">
          <ac:chgData name="Jacob Wyngaard" userId="6181fcd471e98458" providerId="LiveId" clId="{788BA123-62C9-4DDC-86E5-A6BCA4600216}" dt="2026-01-15T21:44:06.987" v="3424" actId="478"/>
          <ac:spMkLst>
            <pc:docMk/>
            <pc:sldMk cId="234283736" sldId="294"/>
            <ac:spMk id="2" creationId="{EE5C3A77-80B4-D564-61D4-417A85AE37DD}"/>
          </ac:spMkLst>
        </pc:spChg>
        <pc:spChg chg="del mod">
          <ac:chgData name="Jacob Wyngaard" userId="6181fcd471e98458" providerId="LiveId" clId="{788BA123-62C9-4DDC-86E5-A6BCA4600216}" dt="2026-01-15T21:44:07.625" v="3425" actId="478"/>
          <ac:spMkLst>
            <pc:docMk/>
            <pc:sldMk cId="234283736" sldId="294"/>
            <ac:spMk id="3" creationId="{A9A1CC19-AF99-E325-3E5F-4501C8E6ECC2}"/>
          </ac:spMkLst>
        </pc:spChg>
        <pc:spChg chg="add mod">
          <ac:chgData name="Jacob Wyngaard" userId="6181fcd471e98458" providerId="LiveId" clId="{788BA123-62C9-4DDC-86E5-A6BCA4600216}" dt="2026-01-15T21:49:54.674" v="3729" actId="1036"/>
          <ac:spMkLst>
            <pc:docMk/>
            <pc:sldMk cId="234283736" sldId="294"/>
            <ac:spMk id="4" creationId="{53723299-31CB-DDFE-B2DB-015328635B2A}"/>
          </ac:spMkLst>
        </pc:spChg>
        <pc:spChg chg="del">
          <ac:chgData name="Jacob Wyngaard" userId="6181fcd471e98458" providerId="LiveId" clId="{788BA123-62C9-4DDC-86E5-A6BCA4600216}" dt="2026-01-15T21:44:02.196" v="3423" actId="478"/>
          <ac:spMkLst>
            <pc:docMk/>
            <pc:sldMk cId="234283736" sldId="294"/>
            <ac:spMk id="5" creationId="{9603C098-5A65-B81D-CAE1-70E05AB7E5DE}"/>
          </ac:spMkLst>
        </pc:spChg>
        <pc:spChg chg="del">
          <ac:chgData name="Jacob Wyngaard" userId="6181fcd471e98458" providerId="LiveId" clId="{788BA123-62C9-4DDC-86E5-A6BCA4600216}" dt="2026-01-15T21:40:50.624" v="3340" actId="478"/>
          <ac:spMkLst>
            <pc:docMk/>
            <pc:sldMk cId="234283736" sldId="294"/>
            <ac:spMk id="7" creationId="{69DC770E-7084-FA4B-749F-48D9F47AF0FF}"/>
          </ac:spMkLst>
        </pc:spChg>
        <pc:spChg chg="mod">
          <ac:chgData name="Jacob Wyngaard" userId="6181fcd471e98458" providerId="LiveId" clId="{788BA123-62C9-4DDC-86E5-A6BCA4600216}" dt="2026-01-15T21:44:00.127" v="3422" actId="1076"/>
          <ac:spMkLst>
            <pc:docMk/>
            <pc:sldMk cId="234283736" sldId="294"/>
            <ac:spMk id="9" creationId="{770502EA-256D-8AAA-7FD4-07EB6383C1AA}"/>
          </ac:spMkLst>
        </pc:spChg>
        <pc:spChg chg="del mod">
          <ac:chgData name="Jacob Wyngaard" userId="6181fcd471e98458" providerId="LiveId" clId="{788BA123-62C9-4DDC-86E5-A6BCA4600216}" dt="2026-01-15T21:44:09.833" v="3426" actId="478"/>
          <ac:spMkLst>
            <pc:docMk/>
            <pc:sldMk cId="234283736" sldId="294"/>
            <ac:spMk id="10" creationId="{7934B508-BBAC-BBDC-4178-89A2E2C5B5F0}"/>
          </ac:spMkLst>
        </pc:spChg>
        <pc:spChg chg="add del">
          <ac:chgData name="Jacob Wyngaard" userId="6181fcd471e98458" providerId="LiveId" clId="{788BA123-62C9-4DDC-86E5-A6BCA4600216}" dt="2026-01-15T21:41:59.133" v="3369" actId="22"/>
          <ac:spMkLst>
            <pc:docMk/>
            <pc:sldMk cId="234283736" sldId="294"/>
            <ac:spMk id="12" creationId="{B286B000-EB50-D6C3-DD6D-7249F4DFD211}"/>
          </ac:spMkLst>
        </pc:spChg>
        <pc:spChg chg="add del mod">
          <ac:chgData name="Jacob Wyngaard" userId="6181fcd471e98458" providerId="LiveId" clId="{788BA123-62C9-4DDC-86E5-A6BCA4600216}" dt="2026-01-15T21:44:10.612" v="3427" actId="478"/>
          <ac:spMkLst>
            <pc:docMk/>
            <pc:sldMk cId="234283736" sldId="294"/>
            <ac:spMk id="13" creationId="{AD16A1C4-4787-6955-7385-0B7EF13959F7}"/>
          </ac:spMkLst>
        </pc:spChg>
        <pc:spChg chg="add mod">
          <ac:chgData name="Jacob Wyngaard" userId="6181fcd471e98458" providerId="LiveId" clId="{788BA123-62C9-4DDC-86E5-A6BCA4600216}" dt="2026-01-15T21:49:54.674" v="3729" actId="1036"/>
          <ac:spMkLst>
            <pc:docMk/>
            <pc:sldMk cId="234283736" sldId="294"/>
            <ac:spMk id="14" creationId="{D6E46764-87D8-7DD2-452A-AEF300CB7BC1}"/>
          </ac:spMkLst>
        </pc:spChg>
        <pc:spChg chg="add del">
          <ac:chgData name="Jacob Wyngaard" userId="6181fcd471e98458" providerId="LiveId" clId="{788BA123-62C9-4DDC-86E5-A6BCA4600216}" dt="2026-01-15T21:46:03.461" v="3494" actId="22"/>
          <ac:spMkLst>
            <pc:docMk/>
            <pc:sldMk cId="234283736" sldId="294"/>
            <ac:spMk id="16" creationId="{A98E0533-ABF8-D778-03B7-C117C820042E}"/>
          </ac:spMkLst>
        </pc:spChg>
        <pc:spChg chg="add del">
          <ac:chgData name="Jacob Wyngaard" userId="6181fcd471e98458" providerId="LiveId" clId="{788BA123-62C9-4DDC-86E5-A6BCA4600216}" dt="2026-01-15T21:46:02.982" v="3493" actId="22"/>
          <ac:spMkLst>
            <pc:docMk/>
            <pc:sldMk cId="234283736" sldId="294"/>
            <ac:spMk id="18" creationId="{48DF2740-4FCC-CD65-B0B8-AFACB24B9964}"/>
          </ac:spMkLst>
        </pc:spChg>
        <pc:spChg chg="add mod">
          <ac:chgData name="Jacob Wyngaard" userId="6181fcd471e98458" providerId="LiveId" clId="{788BA123-62C9-4DDC-86E5-A6BCA4600216}" dt="2026-01-15T21:49:59.173" v="3730" actId="14100"/>
          <ac:spMkLst>
            <pc:docMk/>
            <pc:sldMk cId="234283736" sldId="294"/>
            <ac:spMk id="19" creationId="{0E7624F0-2AE3-191A-1B87-0A1074FE2471}"/>
          </ac:spMkLst>
        </pc:spChg>
        <pc:spChg chg="del">
          <ac:chgData name="Jacob Wyngaard" userId="6181fcd471e98458" providerId="LiveId" clId="{788BA123-62C9-4DDC-86E5-A6BCA4600216}" dt="2026-01-15T21:40:51.382" v="3341" actId="478"/>
          <ac:spMkLst>
            <pc:docMk/>
            <pc:sldMk cId="234283736" sldId="294"/>
            <ac:spMk id="20" creationId="{2813BCA2-6B73-07BC-D8A2-FF6C2B2AA530}"/>
          </ac:spMkLst>
        </pc:spChg>
        <pc:spChg chg="add mod">
          <ac:chgData name="Jacob Wyngaard" userId="6181fcd471e98458" providerId="LiveId" clId="{788BA123-62C9-4DDC-86E5-A6BCA4600216}" dt="2026-01-15T21:50:23.564" v="3735" actId="20577"/>
          <ac:spMkLst>
            <pc:docMk/>
            <pc:sldMk cId="234283736" sldId="294"/>
            <ac:spMk id="21" creationId="{ADEABBA3-C158-1A32-3180-C9EFF67DC9D9}"/>
          </ac:spMkLst>
        </pc:spChg>
        <pc:spChg chg="add mod">
          <ac:chgData name="Jacob Wyngaard" userId="6181fcd471e98458" providerId="LiveId" clId="{788BA123-62C9-4DDC-86E5-A6BCA4600216}" dt="2026-01-15T21:50:05.471" v="3732" actId="1076"/>
          <ac:spMkLst>
            <pc:docMk/>
            <pc:sldMk cId="234283736" sldId="294"/>
            <ac:spMk id="22" creationId="{48444647-D0EB-6E62-267B-66711E54B998}"/>
          </ac:spMkLst>
        </pc:spChg>
        <pc:spChg chg="add mod">
          <ac:chgData name="Jacob Wyngaard" userId="6181fcd471e98458" providerId="LiveId" clId="{788BA123-62C9-4DDC-86E5-A6BCA4600216}" dt="2026-01-15T21:49:47.458" v="3717" actId="571"/>
          <ac:spMkLst>
            <pc:docMk/>
            <pc:sldMk cId="234283736" sldId="294"/>
            <ac:spMk id="23" creationId="{9CD734D6-FE2E-D9A5-36BE-9C54ABCFEADC}"/>
          </ac:spMkLst>
        </pc:spChg>
        <pc:spChg chg="add mod">
          <ac:chgData name="Jacob Wyngaard" userId="6181fcd471e98458" providerId="LiveId" clId="{788BA123-62C9-4DDC-86E5-A6BCA4600216}" dt="2026-01-15T21:54:12.500" v="3953" actId="14100"/>
          <ac:spMkLst>
            <pc:docMk/>
            <pc:sldMk cId="234283736" sldId="294"/>
            <ac:spMk id="24" creationId="{A5FE8CA2-30AD-E506-1230-04BB8D5FFEAC}"/>
          </ac:spMkLst>
        </pc:spChg>
        <pc:spChg chg="add mod">
          <ac:chgData name="Jacob Wyngaard" userId="6181fcd471e98458" providerId="LiveId" clId="{788BA123-62C9-4DDC-86E5-A6BCA4600216}" dt="2026-01-15T21:51:35.157" v="3788" actId="1076"/>
          <ac:spMkLst>
            <pc:docMk/>
            <pc:sldMk cId="234283736" sldId="294"/>
            <ac:spMk id="25" creationId="{C4171CCA-A133-9B5B-C81E-A177FDC74A7A}"/>
          </ac:spMkLst>
        </pc:spChg>
        <pc:spChg chg="add mod">
          <ac:chgData name="Jacob Wyngaard" userId="6181fcd471e98458" providerId="LiveId" clId="{788BA123-62C9-4DDC-86E5-A6BCA4600216}" dt="2026-01-15T21:53:47.870" v="3883" actId="14100"/>
          <ac:spMkLst>
            <pc:docMk/>
            <pc:sldMk cId="234283736" sldId="294"/>
            <ac:spMk id="26" creationId="{90ED11A3-5739-C652-2F2C-32EC4343D01F}"/>
          </ac:spMkLst>
        </pc:spChg>
        <pc:spChg chg="add mod">
          <ac:chgData name="Jacob Wyngaard" userId="6181fcd471e98458" providerId="LiveId" clId="{788BA123-62C9-4DDC-86E5-A6BCA4600216}" dt="2026-01-15T21:51:38.392" v="3790"/>
          <ac:spMkLst>
            <pc:docMk/>
            <pc:sldMk cId="234283736" sldId="294"/>
            <ac:spMk id="27" creationId="{58AC9B6E-CEC1-61D3-1C25-BE8C9FAC15E4}"/>
          </ac:spMkLst>
        </pc:spChg>
        <pc:spChg chg="add mod">
          <ac:chgData name="Jacob Wyngaard" userId="6181fcd471e98458" providerId="LiveId" clId="{788BA123-62C9-4DDC-86E5-A6BCA4600216}" dt="2026-01-15T21:51:43.354" v="3792"/>
          <ac:spMkLst>
            <pc:docMk/>
            <pc:sldMk cId="234283736" sldId="294"/>
            <ac:spMk id="28" creationId="{0B198BF8-7BC2-7922-0677-2E32A38D57C1}"/>
          </ac:spMkLst>
        </pc:spChg>
        <pc:spChg chg="add mod">
          <ac:chgData name="Jacob Wyngaard" userId="6181fcd471e98458" providerId="LiveId" clId="{788BA123-62C9-4DDC-86E5-A6BCA4600216}" dt="2026-01-15T21:52:43.801" v="3843" actId="1076"/>
          <ac:spMkLst>
            <pc:docMk/>
            <pc:sldMk cId="234283736" sldId="294"/>
            <ac:spMk id="29" creationId="{55662DA3-F45E-02F2-1129-B62556AE1C53}"/>
          </ac:spMkLst>
        </pc:spChg>
        <pc:spChg chg="add mod">
          <ac:chgData name="Jacob Wyngaard" userId="6181fcd471e98458" providerId="LiveId" clId="{788BA123-62C9-4DDC-86E5-A6BCA4600216}" dt="2026-01-15T21:52:52.721" v="3854" actId="20577"/>
          <ac:spMkLst>
            <pc:docMk/>
            <pc:sldMk cId="234283736" sldId="294"/>
            <ac:spMk id="30" creationId="{E8469E84-65A5-15EE-554B-CE7854174A12}"/>
          </ac:spMkLst>
        </pc:spChg>
      </pc:sldChg>
      <pc:sldChg chg="modSp add mod ord">
        <pc:chgData name="Jacob Wyngaard" userId="6181fcd471e98458" providerId="LiveId" clId="{788BA123-62C9-4DDC-86E5-A6BCA4600216}" dt="2026-01-16T00:43:22.109" v="4694"/>
        <pc:sldMkLst>
          <pc:docMk/>
          <pc:sldMk cId="1209740495" sldId="295"/>
        </pc:sldMkLst>
        <pc:spChg chg="mod">
          <ac:chgData name="Jacob Wyngaard" userId="6181fcd471e98458" providerId="LiveId" clId="{788BA123-62C9-4DDC-86E5-A6BCA4600216}" dt="2026-01-16T00:43:22.109" v="4694"/>
          <ac:spMkLst>
            <pc:docMk/>
            <pc:sldMk cId="1209740495" sldId="295"/>
            <ac:spMk id="3" creationId="{1ADECA1B-35F5-BBF7-6169-0743E7CFAAB4}"/>
          </ac:spMkLst>
        </pc:spChg>
        <pc:spChg chg="mod">
          <ac:chgData name="Jacob Wyngaard" userId="6181fcd471e98458" providerId="LiveId" clId="{788BA123-62C9-4DDC-86E5-A6BCA4600216}" dt="2026-01-16T00:43:11.094" v="4693"/>
          <ac:spMkLst>
            <pc:docMk/>
            <pc:sldMk cId="1209740495" sldId="295"/>
            <ac:spMk id="4" creationId="{FA88B71A-0C88-F8ED-54D6-898D1FE4F456}"/>
          </ac:spMkLst>
        </pc:spChg>
        <pc:spChg chg="mod">
          <ac:chgData name="Jacob Wyngaard" userId="6181fcd471e98458" providerId="LiveId" clId="{788BA123-62C9-4DDC-86E5-A6BCA4600216}" dt="2026-01-15T21:48:24.018" v="3677" actId="20577"/>
          <ac:spMkLst>
            <pc:docMk/>
            <pc:sldMk cId="1209740495" sldId="295"/>
            <ac:spMk id="13" creationId="{AA249D1C-205A-02DE-B0B0-77FF8F7983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B1C1-BB32-594D-7DC8-1EB720EF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0D30D-DFDE-4472-F2ED-33F113A8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AEE99-F497-D579-622F-18795D170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475EF-9D04-A599-2AC4-CEDC04E92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67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E1E8-3937-EC51-F07A-3D51E789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E3AE-49EB-6135-3B6C-38169E031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E07FC-C96D-A073-6191-1613BD1F6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B7D6A-BEF4-D2DF-BC4F-613B3F92A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7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DABE7-7EB5-0EB0-C1DD-A26C6238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CFDD0-5B79-4CFD-9B06-6BD073E44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71655-58D6-9F0E-627B-75200A5CD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DE936-4E71-F6CB-54AB-19051503A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6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4A0E-34EB-417B-3725-4AEDB6AF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59411-B2B7-CABE-486F-6AB04A61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9561B-8E74-07F0-57E7-9D2FEE089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0A5A3-0AE8-798E-C67A-74972411E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48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92CA-EA44-9C86-5831-451668508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5D044-A379-620D-43F2-84BB87042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3E8AD-1DAB-F7D4-A955-77E3E2FB6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914DB-4801-CFF2-5ACF-3623A465B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94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976D-955A-DCA5-311E-A6CD9F10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66B31-31A4-129D-95E9-57F540A57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F83E4-5F9D-8828-5D48-7AE0321B3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299FE-9207-891C-8440-3543E5909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3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1D4F-8967-85E4-9FC2-B5D65E4D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7143A-E85A-9C48-17FD-48D79A010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40E98-2778-6B90-BA2C-B7EE838D1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A0C2F-DB74-2F56-817A-B1CFE1CBE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897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EA81-FADD-313B-394B-8D55D8BD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0740B-FD27-546A-E5E3-075ACC09D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6DC7D-82C4-54FB-87A8-59AB2EFE2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D1528-A48A-F3E7-4052-B0CDBF4DC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70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AEC1-343E-3772-3788-64B7E833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E55D00-3324-2310-C1C2-94BEDE167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F4323-1C09-F3C1-CDA8-3F28BD77A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46325-6E75-A8D2-5759-277DCAC95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67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1244C-6B42-C9D1-CAC6-D82AE0D8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8D14C-7C2F-924F-ED93-3CE88A40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DAC17-439B-464E-65AF-7D5DC40E0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88F11-420F-F4AE-8150-678D3BC7B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31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99CA-CC39-2E43-4CC2-76201C2A4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238D6-877A-5030-1C0C-0FA6561E4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99468-5529-1E53-6BE9-3FD78691E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C52E-7D9C-18D0-70DE-F65C54706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38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E99E-1D36-C8CB-D51D-9C87E46D8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6E4F0-9088-5FCE-08A6-4AB93BDE2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4B608-6569-83BE-A3CC-C333D053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D2B42-93BA-2217-1115-03089A1CA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7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D532-C718-E67D-07D8-C22D6B10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6772F-87A4-5B83-2E15-229E23720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21E15-E49B-2566-F74E-A44EA3ABE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D3DAA-6672-4F40-B87E-0AE5784D8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96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2086894" y="4476300"/>
            <a:ext cx="2229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U-Substitution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059FC0-8796-1ECD-C623-A630EE4D1B17}"/>
                  </a:ext>
                </a:extLst>
              </p:cNvPr>
              <p:cNvSpPr txBox="1"/>
              <p:nvPr/>
            </p:nvSpPr>
            <p:spPr>
              <a:xfrm>
                <a:off x="0" y="1822028"/>
                <a:ext cx="10077081" cy="554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In Calculus A, we learned how to take the derivative of nested functions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We learned the Product Rule: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For example,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(3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059FC0-8796-1ECD-C623-A630EE4D1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22028"/>
                <a:ext cx="10077081" cy="5544082"/>
              </a:xfrm>
              <a:prstGeom prst="rect">
                <a:avLst/>
              </a:prstGeom>
              <a:blipFill>
                <a:blip r:embed="rId3"/>
                <a:stretch>
                  <a:fillRect t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F3D2-BD02-CE6B-C9F4-DD76ECFF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DFF24F-5DED-7B9D-6324-D7C27E9079F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436BC9-2EA8-EF40-B900-9109CAFA913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0A74F-CE09-A339-E5C9-6F24D4C3DE9B}"/>
              </a:ext>
            </a:extLst>
          </p:cNvPr>
          <p:cNvSpPr txBox="1"/>
          <p:nvPr/>
        </p:nvSpPr>
        <p:spPr>
          <a:xfrm>
            <a:off x="3618271" y="378561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939C-F0C3-7291-4244-CED53F49AC71}"/>
                  </a:ext>
                </a:extLst>
              </p:cNvPr>
              <p:cNvSpPr txBox="1"/>
              <p:nvPr/>
            </p:nvSpPr>
            <p:spPr>
              <a:xfrm>
                <a:off x="-255639" y="1774282"/>
                <a:ext cx="11415252" cy="2768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With u-substitution, we reverse the product rule: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4939C-F0C3-7291-4244-CED53F49A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5639" y="1774282"/>
                <a:ext cx="11415252" cy="2768450"/>
              </a:xfrm>
              <a:prstGeom prst="rect">
                <a:avLst/>
              </a:prstGeom>
              <a:blipFill>
                <a:blip r:embed="rId3"/>
                <a:stretch>
                  <a:fillRect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86156B0-0227-8A11-6A38-9986AA375281}"/>
              </a:ext>
            </a:extLst>
          </p:cNvPr>
          <p:cNvSpPr txBox="1"/>
          <p:nvPr/>
        </p:nvSpPr>
        <p:spPr>
          <a:xfrm>
            <a:off x="-255639" y="4612017"/>
            <a:ext cx="11228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For u-substitution, we have to identify the </a:t>
            </a:r>
            <a:r>
              <a:rPr lang="en-US" sz="2400" b="1" dirty="0"/>
              <a:t>outer function </a:t>
            </a:r>
            <a:r>
              <a:rPr lang="en-US" sz="2400" dirty="0"/>
              <a:t>and the </a:t>
            </a:r>
            <a:r>
              <a:rPr lang="en-US" sz="2400" b="1" dirty="0"/>
              <a:t>inner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8E367A-05D7-3001-24EE-4ECEF42F06A4}"/>
                  </a:ext>
                </a:extLst>
              </p:cNvPr>
              <p:cNvSpPr txBox="1"/>
              <p:nvPr/>
            </p:nvSpPr>
            <p:spPr>
              <a:xfrm>
                <a:off x="2204392" y="5033999"/>
                <a:ext cx="62287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8E367A-05D7-3001-24EE-4ECEF42F0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4392" y="5033999"/>
                <a:ext cx="6228734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EB12E101-955B-E5DB-CBCC-2224D1D74F4F}"/>
              </a:ext>
            </a:extLst>
          </p:cNvPr>
          <p:cNvSpPr/>
          <p:nvPr/>
        </p:nvSpPr>
        <p:spPr>
          <a:xfrm rot="16200000">
            <a:off x="4466104" y="5633236"/>
            <a:ext cx="363726" cy="559920"/>
          </a:xfrm>
          <a:prstGeom prst="leftBrac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FAF8F-9AA1-9CAB-EF0B-F7603A12A30A}"/>
              </a:ext>
            </a:extLst>
          </p:cNvPr>
          <p:cNvSpPr txBox="1"/>
          <p:nvPr/>
        </p:nvSpPr>
        <p:spPr>
          <a:xfrm>
            <a:off x="3824256" y="6104891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outer function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0211D2-AC71-82ED-DA6B-5509107898A8}"/>
              </a:ext>
            </a:extLst>
          </p:cNvPr>
          <p:cNvCxnSpPr/>
          <p:nvPr/>
        </p:nvCxnSpPr>
        <p:spPr>
          <a:xfrm flipH="1" flipV="1">
            <a:off x="5071724" y="5638897"/>
            <a:ext cx="1337187" cy="4712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D8E434-7CF2-888A-5CC7-21D7A1976593}"/>
              </a:ext>
            </a:extLst>
          </p:cNvPr>
          <p:cNvSpPr txBox="1"/>
          <p:nvPr/>
        </p:nvSpPr>
        <p:spPr>
          <a:xfrm>
            <a:off x="5757524" y="6110107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inn</a:t>
            </a:r>
            <a:r>
              <a:rPr lang="en-US" sz="1800" b="1" dirty="0"/>
              <a:t>er function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67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210B-33D7-B847-E23A-A9CA53D0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4911E0-60F3-D865-A0B9-6483A111B88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66EC1-46C8-9CB9-4D09-10053E84682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65DE8-A552-E1AC-9237-6843575B6FB0}"/>
              </a:ext>
            </a:extLst>
          </p:cNvPr>
          <p:cNvSpPr txBox="1"/>
          <p:nvPr/>
        </p:nvSpPr>
        <p:spPr>
          <a:xfrm>
            <a:off x="3618271" y="378561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5DF7D6-0EE8-3407-2E2C-B466BB7783C8}"/>
                  </a:ext>
                </a:extLst>
              </p:cNvPr>
              <p:cNvSpPr txBox="1"/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5DF7D6-0EE8-3407-2E2C-B466BB778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F6D227A9-CEDF-C598-2CF9-44006EFE7E36}"/>
              </a:ext>
            </a:extLst>
          </p:cNvPr>
          <p:cNvSpPr/>
          <p:nvPr/>
        </p:nvSpPr>
        <p:spPr>
          <a:xfrm rot="16200000">
            <a:off x="4818100" y="2796399"/>
            <a:ext cx="363726" cy="559920"/>
          </a:xfrm>
          <a:prstGeom prst="leftBrac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75060-0C3E-4D79-D1D3-B911E45A8812}"/>
              </a:ext>
            </a:extLst>
          </p:cNvPr>
          <p:cNvSpPr txBox="1"/>
          <p:nvPr/>
        </p:nvSpPr>
        <p:spPr>
          <a:xfrm>
            <a:off x="4176252" y="3258222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outer function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5034EF-4FBE-3A4E-4FD7-9B514A969B5C}"/>
              </a:ext>
            </a:extLst>
          </p:cNvPr>
          <p:cNvCxnSpPr>
            <a:cxnSpLocks/>
          </p:cNvCxnSpPr>
          <p:nvPr/>
        </p:nvCxnSpPr>
        <p:spPr>
          <a:xfrm flipH="1" flipV="1">
            <a:off x="5432323" y="2849264"/>
            <a:ext cx="1015699" cy="66462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A04A302-8BA5-E25E-AA92-F598BB952F3E}"/>
              </a:ext>
            </a:extLst>
          </p:cNvPr>
          <p:cNvSpPr txBox="1"/>
          <p:nvPr/>
        </p:nvSpPr>
        <p:spPr>
          <a:xfrm>
            <a:off x="5674442" y="3528363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inn</a:t>
            </a:r>
            <a:r>
              <a:rPr lang="en-US" sz="1800" b="1" dirty="0"/>
              <a:t>er function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03AAF-E84E-D634-3A49-1C164F3768A0}"/>
              </a:ext>
            </a:extLst>
          </p:cNvPr>
          <p:cNvSpPr txBox="1"/>
          <p:nvPr/>
        </p:nvSpPr>
        <p:spPr>
          <a:xfrm>
            <a:off x="-186812" y="4036512"/>
            <a:ext cx="10255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For u-substitution to work, the derivative of the inner function must be proportional to the remaining multiplicative term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5EF1DA-770A-D02F-1616-49144C8BF889}"/>
              </a:ext>
            </a:extLst>
          </p:cNvPr>
          <p:cNvCxnSpPr>
            <a:cxnSpLocks/>
          </p:cNvCxnSpPr>
          <p:nvPr/>
        </p:nvCxnSpPr>
        <p:spPr>
          <a:xfrm flipH="1" flipV="1">
            <a:off x="6150079" y="2859711"/>
            <a:ext cx="1201734" cy="4944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37BC48-C48F-B63E-B8A6-DCDF98109207}"/>
              </a:ext>
            </a:extLst>
          </p:cNvPr>
          <p:cNvSpPr txBox="1"/>
          <p:nvPr/>
        </p:nvSpPr>
        <p:spPr>
          <a:xfrm>
            <a:off x="7399745" y="3169530"/>
            <a:ext cx="3676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remaining multiplicative term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AB24A1-7F33-2C9D-AB2B-5FE8B5E7A794}"/>
              </a:ext>
            </a:extLst>
          </p:cNvPr>
          <p:cNvSpPr txBox="1"/>
          <p:nvPr/>
        </p:nvSpPr>
        <p:spPr>
          <a:xfrm>
            <a:off x="-186812" y="1768598"/>
            <a:ext cx="11110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We also want to identify any terms that are multiplied with our outer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340B447-C4BC-B8F7-D91C-5984B6D1AB11}"/>
                  </a:ext>
                </a:extLst>
              </p:cNvPr>
              <p:cNvSpPr txBox="1"/>
              <p:nvPr/>
            </p:nvSpPr>
            <p:spPr>
              <a:xfrm>
                <a:off x="-186813" y="5006326"/>
                <a:ext cx="10255045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Derivative of 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Remaining Multiplicative Term: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is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340B447-C4BC-B8F7-D91C-5984B6D1A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3" y="5006326"/>
                <a:ext cx="10255045" cy="1938992"/>
              </a:xfrm>
              <a:prstGeom prst="rect">
                <a:avLst/>
              </a:prstGeom>
              <a:blipFill>
                <a:blip r:embed="rId4"/>
                <a:stretch>
                  <a:fillRect t="-220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765061D9-8154-FDB9-B923-C619070B3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914" y="6340126"/>
            <a:ext cx="527944" cy="51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A33AD-E561-B738-2002-6E7877E7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BD01CF-476C-0908-2EC2-8FC6CB399B6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0835C-53CF-BBD4-6EEF-A2B4B5387DE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6441D-8B25-18EB-1896-6242AC6E5B56}"/>
              </a:ext>
            </a:extLst>
          </p:cNvPr>
          <p:cNvSpPr txBox="1"/>
          <p:nvPr/>
        </p:nvSpPr>
        <p:spPr>
          <a:xfrm>
            <a:off x="4273217" y="389565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80A122-DA46-72DF-4CD2-8ABB8E8F9B25}"/>
                  </a:ext>
                </a:extLst>
              </p:cNvPr>
              <p:cNvSpPr txBox="1"/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80A122-DA46-72DF-4CD2-8ABB8E8F9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F2990DA-AC29-35BA-FE25-73CC0088E34C}"/>
              </a:ext>
            </a:extLst>
          </p:cNvPr>
          <p:cNvSpPr txBox="1"/>
          <p:nvPr/>
        </p:nvSpPr>
        <p:spPr>
          <a:xfrm>
            <a:off x="-186813" y="3104193"/>
            <a:ext cx="10255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**For u-substitution to work, the derivative of the inner function must be proportional to the remaining multiplicative term**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87495-AB6B-5A84-953A-429BDA9CAA37}"/>
              </a:ext>
            </a:extLst>
          </p:cNvPr>
          <p:cNvSpPr txBox="1"/>
          <p:nvPr/>
        </p:nvSpPr>
        <p:spPr>
          <a:xfrm>
            <a:off x="-186812" y="1768598"/>
            <a:ext cx="11110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Does u-substitution work for the following integral?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5F5457-8F15-B0CC-FD41-8C8147BF89C8}"/>
                  </a:ext>
                </a:extLst>
              </p:cNvPr>
              <p:cNvSpPr txBox="1"/>
              <p:nvPr/>
            </p:nvSpPr>
            <p:spPr>
              <a:xfrm>
                <a:off x="-186814" y="4115749"/>
                <a:ext cx="10255045" cy="1970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Derivative of 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Remaining Multiplicative Term: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is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5F5457-8F15-B0CC-FD41-8C8147BF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4" y="4115749"/>
                <a:ext cx="10255045" cy="1970604"/>
              </a:xfrm>
              <a:prstGeom prst="rect">
                <a:avLst/>
              </a:prstGeom>
              <a:blipFill>
                <a:blip r:embed="rId4"/>
                <a:stretch>
                  <a:fillRect t="-2167" b="-4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528054A1-A7E4-6D2D-75D8-26BB00887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269" y="5561739"/>
            <a:ext cx="527944" cy="51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9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E778-879F-5EBF-5DA4-A1E95565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AB1AE9-0348-1FAC-924E-88DB25DA056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ABF9B6-04B9-FA0B-17D3-698C34DE265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E3139-BD4E-D547-FF33-56D2E7F91D56}"/>
              </a:ext>
            </a:extLst>
          </p:cNvPr>
          <p:cNvSpPr txBox="1"/>
          <p:nvPr/>
        </p:nvSpPr>
        <p:spPr>
          <a:xfrm>
            <a:off x="4273217" y="389565"/>
            <a:ext cx="4955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671AAD-ECA4-F0BA-D641-7195A59123A6}"/>
                  </a:ext>
                </a:extLst>
              </p:cNvPr>
              <p:cNvSpPr txBox="1"/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671AAD-ECA4-F0BA-D641-7195A5912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075" y="2240339"/>
                <a:ext cx="622873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7128A80-672B-2421-FE67-D7185267A0F0}"/>
              </a:ext>
            </a:extLst>
          </p:cNvPr>
          <p:cNvSpPr txBox="1"/>
          <p:nvPr/>
        </p:nvSpPr>
        <p:spPr>
          <a:xfrm>
            <a:off x="-186813" y="3104193"/>
            <a:ext cx="102550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**For u-substitution to work, the derivative of the inner function must be proportional to the remaining multiplicative term**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2F43AF-D985-7421-5695-FCB8822028DF}"/>
              </a:ext>
            </a:extLst>
          </p:cNvPr>
          <p:cNvSpPr txBox="1"/>
          <p:nvPr/>
        </p:nvSpPr>
        <p:spPr>
          <a:xfrm>
            <a:off x="-186812" y="1768598"/>
            <a:ext cx="11110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Does u-substitution work for the following integral?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7AFF89-84B1-535E-AD80-2DF6B12FA2EA}"/>
                  </a:ext>
                </a:extLst>
              </p:cNvPr>
              <p:cNvSpPr txBox="1"/>
              <p:nvPr/>
            </p:nvSpPr>
            <p:spPr>
              <a:xfrm>
                <a:off x="-186814" y="4115749"/>
                <a:ext cx="10255045" cy="1970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Derivative of 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Remaining Multiplicative Term: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is NOT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7AFF89-84B1-535E-AD80-2DF6B12FA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4" y="4115749"/>
                <a:ext cx="10255045" cy="1970604"/>
              </a:xfrm>
              <a:prstGeom prst="rect">
                <a:avLst/>
              </a:prstGeom>
              <a:blipFill>
                <a:blip r:embed="rId4"/>
                <a:stretch>
                  <a:fillRect t="-2167" b="-4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A52CA76-8480-752F-AADC-0525680B3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217" y="5588696"/>
            <a:ext cx="463960" cy="46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4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B6E7-5949-F46C-7D2E-1A47A95A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C81FC0-AD3D-5E14-A1A3-BDF456C1649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B0151-1A02-5A87-1C7B-905C881359F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548EA-E3A1-3C71-BBF1-77372828C36C}"/>
              </a:ext>
            </a:extLst>
          </p:cNvPr>
          <p:cNvSpPr txBox="1"/>
          <p:nvPr/>
        </p:nvSpPr>
        <p:spPr>
          <a:xfrm>
            <a:off x="3347885" y="374286"/>
            <a:ext cx="560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91DA0B-25C1-680B-B31F-1246C2C5142B}"/>
                  </a:ext>
                </a:extLst>
              </p:cNvPr>
              <p:cNvSpPr txBox="1"/>
              <p:nvPr/>
            </p:nvSpPr>
            <p:spPr>
              <a:xfrm>
                <a:off x="-612056" y="3396043"/>
                <a:ext cx="6228734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91DA0B-25C1-680B-B31F-1246C2C51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2056" y="3396043"/>
                <a:ext cx="6228734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86AB465-44F8-FE2F-3101-5C23C816D84D}"/>
              </a:ext>
            </a:extLst>
          </p:cNvPr>
          <p:cNvSpPr txBox="1"/>
          <p:nvPr/>
        </p:nvSpPr>
        <p:spPr>
          <a:xfrm>
            <a:off x="-186813" y="3641849"/>
            <a:ext cx="1435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 for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D8EA40-CB4B-92C1-BB77-CC8CA04BCFA7}"/>
                  </a:ext>
                </a:extLst>
              </p:cNvPr>
              <p:cNvSpPr txBox="1"/>
              <p:nvPr/>
            </p:nvSpPr>
            <p:spPr>
              <a:xfrm>
                <a:off x="-186812" y="1768598"/>
                <a:ext cx="11110451" cy="1276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To make a u-substitution for the integral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/>
                  <a:t>, we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i="1" dirty="0"/>
              </a:p>
              <a:p>
                <a:pPr lvl="1"/>
                <a:r>
                  <a:rPr lang="en-US" sz="2400" dirty="0"/>
                  <a:t>In other words,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equal to our inner function </a:t>
                </a:r>
                <a:endParaRPr lang="en-US" sz="2400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D8EA40-CB4B-92C1-BB77-CC8CA04BC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2" y="1768598"/>
                <a:ext cx="11110451" cy="1276760"/>
              </a:xfrm>
              <a:prstGeom prst="rect">
                <a:avLst/>
              </a:prstGeom>
              <a:blipFill>
                <a:blip r:embed="rId4"/>
                <a:stretch>
                  <a:fillRect t="-952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87A9DE-798F-2B30-AF6C-E96DFC72D1A9}"/>
                  </a:ext>
                </a:extLst>
              </p:cNvPr>
              <p:cNvSpPr txBox="1"/>
              <p:nvPr/>
            </p:nvSpPr>
            <p:spPr>
              <a:xfrm>
                <a:off x="3135531" y="3641849"/>
                <a:ext cx="18927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,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987A9DE-798F-2B30-AF6C-E96DFC72D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531" y="3641849"/>
                <a:ext cx="1892709" cy="461665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3C918-28A9-4693-2027-DDA8A5A34EEE}"/>
                  </a:ext>
                </a:extLst>
              </p:cNvPr>
              <p:cNvSpPr txBox="1"/>
              <p:nvPr/>
            </p:nvSpPr>
            <p:spPr>
              <a:xfrm>
                <a:off x="-186813" y="4313889"/>
                <a:ext cx="11110451" cy="2101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Next, we differentiate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In this case,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lvl="1"/>
                <a:r>
                  <a:rPr lang="en-US" sz="2400" dirty="0"/>
                  <a:t>“Multiplying” both sides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, we get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3C918-28A9-4693-2027-DDA8A5A34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3" y="4313889"/>
                <a:ext cx="11110451" cy="2101601"/>
              </a:xfrm>
              <a:prstGeom prst="rect">
                <a:avLst/>
              </a:prstGeom>
              <a:blipFill>
                <a:blip r:embed="rId6"/>
                <a:stretch>
                  <a:fillRect t="-2326" b="-6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4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326E-2803-476A-BE3C-B1C7B9E6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BA0A04-8FF8-F680-8E5F-0047D15528A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DDB83-4A0A-2EE4-9ED5-C2841D53EDB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89E2CE-CEC9-3A43-A7D2-8D8DECB41EBA}"/>
              </a:ext>
            </a:extLst>
          </p:cNvPr>
          <p:cNvSpPr txBox="1"/>
          <p:nvPr/>
        </p:nvSpPr>
        <p:spPr>
          <a:xfrm>
            <a:off x="3347885" y="374286"/>
            <a:ext cx="560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CF0C95-1B20-4FB6-0CAD-79EC262FC897}"/>
                  </a:ext>
                </a:extLst>
              </p:cNvPr>
              <p:cNvSpPr txBox="1"/>
              <p:nvPr/>
            </p:nvSpPr>
            <p:spPr>
              <a:xfrm>
                <a:off x="-186812" y="1896136"/>
                <a:ext cx="1111045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Next, we transform our integral by replacing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, and replacing our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 term with its equivalent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𝑑𝑢</m:t>
                    </m:r>
                  </m:oMath>
                </a14:m>
                <a:r>
                  <a:rPr lang="en-US" sz="2400" dirty="0"/>
                  <a:t> expression</a:t>
                </a:r>
                <a:endParaRPr lang="en-US" sz="2400" i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CF0C95-1B20-4FB6-0CAD-79EC262FC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2" y="1896136"/>
                <a:ext cx="11110451" cy="830997"/>
              </a:xfrm>
              <a:prstGeom prst="rect">
                <a:avLst/>
              </a:prstGeom>
              <a:blipFill>
                <a:blip r:embed="rId3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75A3B2-D79A-2070-3F68-3D54B515F404}"/>
                  </a:ext>
                </a:extLst>
              </p:cNvPr>
              <p:cNvSpPr txBox="1"/>
              <p:nvPr/>
            </p:nvSpPr>
            <p:spPr>
              <a:xfrm>
                <a:off x="-186812" y="3442779"/>
                <a:ext cx="6405716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(3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75A3B2-D79A-2070-3F68-3D54B515F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2" y="3442779"/>
                <a:ext cx="6405716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CBE322-B044-4AED-4607-D889D7F9C18A}"/>
                  </a:ext>
                </a:extLst>
              </p:cNvPr>
              <p:cNvSpPr txBox="1"/>
              <p:nvPr/>
            </p:nvSpPr>
            <p:spPr>
              <a:xfrm>
                <a:off x="254680" y="5078633"/>
                <a:ext cx="6405716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(3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(3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dx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</m:e>
                          </m:nary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CBE322-B044-4AED-4607-D889D7F9C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0" y="5078633"/>
                <a:ext cx="6405716" cy="1061060"/>
              </a:xfrm>
              <a:prstGeom prst="rect">
                <a:avLst/>
              </a:prstGeom>
              <a:blipFill>
                <a:blip r:embed="rId5"/>
                <a:stretch>
                  <a:fillRect r="-1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453720-941D-42D3-6F95-7C2D15380D78}"/>
                  </a:ext>
                </a:extLst>
              </p:cNvPr>
              <p:cNvSpPr txBox="1"/>
              <p:nvPr/>
            </p:nvSpPr>
            <p:spPr>
              <a:xfrm>
                <a:off x="254680" y="3055249"/>
                <a:ext cx="30932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u="sng" dirty="0"/>
                  <a:t>Replace </a:t>
                </a:r>
                <a14:m>
                  <m:oMath xmlns:m="http://schemas.openxmlformats.org/officeDocument/2006/math"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u="sng" dirty="0"/>
                  <a:t> with </a:t>
                </a:r>
                <a14:m>
                  <m:oMath xmlns:m="http://schemas.openxmlformats.org/officeDocument/2006/math"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u="sng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453720-941D-42D3-6F95-7C2D15380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0" y="3055249"/>
                <a:ext cx="3093205" cy="461665"/>
              </a:xfrm>
              <a:prstGeom prst="rect">
                <a:avLst/>
              </a:prstGeom>
              <a:blipFill>
                <a:blip r:embed="rId6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9995ED-896D-0910-C064-CD3F0BA08BB3}"/>
                  </a:ext>
                </a:extLst>
              </p:cNvPr>
              <p:cNvSpPr txBox="1"/>
              <p:nvPr/>
            </p:nvSpPr>
            <p:spPr>
              <a:xfrm>
                <a:off x="254680" y="4660536"/>
                <a:ext cx="59642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u="sng" dirty="0"/>
                  <a:t>Replace </a:t>
                </a:r>
                <a14:m>
                  <m:oMath xmlns:m="http://schemas.openxmlformats.org/officeDocument/2006/math"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u="sng" dirty="0"/>
                  <a:t> with equivalent </a:t>
                </a:r>
                <a14:m>
                  <m:oMath xmlns:m="http://schemas.openxmlformats.org/officeDocument/2006/math"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u="sng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u="sng" dirty="0"/>
                  <a:t> expression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9995ED-896D-0910-C064-CD3F0BA08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80" y="4660536"/>
                <a:ext cx="5964224" cy="461665"/>
              </a:xfrm>
              <a:prstGeom prst="rect">
                <a:avLst/>
              </a:prstGeom>
              <a:blipFill>
                <a:blip r:embed="rId7"/>
                <a:stretch>
                  <a:fillRect l="-1636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27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CCCA-1505-5C1B-5CB3-25AB6FC3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224782-A14D-1C13-B60A-A1AF5424305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ED61F-6D0B-F311-36E7-8034762C4DA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C11AB-B539-126F-6EA9-814432AD8F96}"/>
              </a:ext>
            </a:extLst>
          </p:cNvPr>
          <p:cNvSpPr txBox="1"/>
          <p:nvPr/>
        </p:nvSpPr>
        <p:spPr>
          <a:xfrm>
            <a:off x="3347885" y="374286"/>
            <a:ext cx="560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5F6B6C-4E13-C7C6-B58B-ECCCF58CFA9B}"/>
                  </a:ext>
                </a:extLst>
              </p:cNvPr>
              <p:cNvSpPr txBox="1"/>
              <p:nvPr/>
            </p:nvSpPr>
            <p:spPr>
              <a:xfrm>
                <a:off x="2432014" y="1710813"/>
                <a:ext cx="7327971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5F6B6C-4E13-C7C6-B58B-ECCCF58C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014" y="1710813"/>
                <a:ext cx="7327971" cy="10610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76FAE8-8918-82B2-AFD5-B62D33AF41E1}"/>
                  </a:ext>
                </a:extLst>
              </p:cNvPr>
              <p:cNvSpPr txBox="1"/>
              <p:nvPr/>
            </p:nvSpPr>
            <p:spPr>
              <a:xfrm>
                <a:off x="-147484" y="2699180"/>
                <a:ext cx="11582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All we have to do now is evaluate the integral with respect for u and plug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76FAE8-8918-82B2-AFD5-B62D33AF4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484" y="2699180"/>
                <a:ext cx="11582400" cy="461665"/>
              </a:xfrm>
              <a:prstGeom prst="rect">
                <a:avLst/>
              </a:prstGeom>
              <a:blipFill>
                <a:blip r:embed="rId4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487879-B888-DA45-DE9B-AF980B624DF3}"/>
                  </a:ext>
                </a:extLst>
              </p:cNvPr>
              <p:cNvSpPr txBox="1"/>
              <p:nvPr/>
            </p:nvSpPr>
            <p:spPr>
              <a:xfrm>
                <a:off x="2054941" y="3229710"/>
                <a:ext cx="6174658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487879-B888-DA45-DE9B-AF980B624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41" y="3229710"/>
                <a:ext cx="6174658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C700-1514-3F29-BFDF-8415F7DD3C88}"/>
                  </a:ext>
                </a:extLst>
              </p:cNvPr>
              <p:cNvSpPr txBox="1"/>
              <p:nvPr/>
            </p:nvSpPr>
            <p:spPr>
              <a:xfrm>
                <a:off x="2432014" y="4395018"/>
                <a:ext cx="6174658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dx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44C700-1514-3F29-BFDF-8415F7DD3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014" y="4395018"/>
                <a:ext cx="6174658" cy="10610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73322B2-13E9-5E9E-E74B-4C1CA356A945}"/>
              </a:ext>
            </a:extLst>
          </p:cNvPr>
          <p:cNvSpPr txBox="1"/>
          <p:nvPr/>
        </p:nvSpPr>
        <p:spPr>
          <a:xfrm>
            <a:off x="1887793" y="4645741"/>
            <a:ext cx="61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Therefore,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C79DC-BEB2-E0C1-F58B-9CED8E5AB05A}"/>
              </a:ext>
            </a:extLst>
          </p:cNvPr>
          <p:cNvSpPr txBox="1"/>
          <p:nvPr/>
        </p:nvSpPr>
        <p:spPr>
          <a:xfrm>
            <a:off x="1711801" y="1974164"/>
            <a:ext cx="1440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Thus,</a:t>
            </a:r>
          </a:p>
        </p:txBody>
      </p:sp>
    </p:spTree>
    <p:extLst>
      <p:ext uri="{BB962C8B-B14F-4D97-AF65-F5344CB8AC3E}">
        <p14:creationId xmlns:p14="http://schemas.microsoft.com/office/powerpoint/2010/main" val="869904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6FB2-8B31-C61B-09CA-08781D32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C5DFC1-3185-CFC9-B585-9383B8F4DEFC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1DE35-2290-450C-3EAF-D9C9C6B4B9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8BAA1-906B-FC30-09BD-6CB9DE0A9354}"/>
              </a:ext>
            </a:extLst>
          </p:cNvPr>
          <p:cNvSpPr txBox="1"/>
          <p:nvPr/>
        </p:nvSpPr>
        <p:spPr>
          <a:xfrm>
            <a:off x="2054941" y="402150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U-Substitution Method To-Do List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59BAC-93AC-6086-50F1-D51EE476577B}"/>
                  </a:ext>
                </a:extLst>
              </p:cNvPr>
              <p:cNvSpPr txBox="1"/>
              <p:nvPr/>
            </p:nvSpPr>
            <p:spPr>
              <a:xfrm>
                <a:off x="-186812" y="1768598"/>
                <a:ext cx="11788877" cy="4394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Tx/>
                  <a:buAutoNum type="arabicPeriod"/>
                </a:pPr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/>
                  <a:t>,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AutoNum type="arabicPeriod"/>
                </a:pPr>
                <a:r>
                  <a:rPr lang="en-US" sz="2400" dirty="0"/>
                  <a:t>Find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2400" dirty="0"/>
                  <a:t> and solve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pPr lvl="2"/>
                <a:r>
                  <a:rPr lang="en-US" sz="2400" dirty="0"/>
                  <a:t>	**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should be proportional to your remaining term</a:t>
                </a:r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AutoNum type="arabicPeriod"/>
                </a:pPr>
                <a:r>
                  <a:rPr lang="en-US" sz="2400" dirty="0"/>
                  <a:t>Rewrite the integral in terms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AutoNum type="arabicPeriod"/>
                </a:pPr>
                <a:r>
                  <a:rPr lang="en-US" sz="2400" dirty="0"/>
                  <a:t> Solve the integral with respect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pPr marL="914400" lvl="1" indent="-457200">
                  <a:buAutoNum type="arabicPeriod"/>
                </a:pPr>
                <a:endParaRPr lang="en-US" sz="2400" dirty="0"/>
              </a:p>
              <a:p>
                <a:pPr marL="914400" lvl="1" indent="-457200">
                  <a:buFontTx/>
                  <a:buAutoNum type="arabicPeriod"/>
                </a:pPr>
                <a:r>
                  <a:rPr lang="en-US" sz="2400" dirty="0"/>
                  <a:t> Substitute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in your answer</a:t>
                </a:r>
              </a:p>
              <a:p>
                <a:pPr marL="914400" lvl="1" indent="-457200">
                  <a:buAutoNum type="arabicPeriod"/>
                </a:pPr>
                <a:endParaRPr lang="en-US" sz="2400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559BAC-93AC-6086-50F1-D51EE4765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6812" y="1768598"/>
                <a:ext cx="11788877" cy="4394023"/>
              </a:xfrm>
              <a:prstGeom prst="rect">
                <a:avLst/>
              </a:prstGeom>
              <a:blipFill>
                <a:blip r:embed="rId3"/>
                <a:stretch>
                  <a:fillRect t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838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5F4A-CE16-B9CE-7778-4ECC11CB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7578C2-FB2A-D73C-AF47-D2D25AEBBB03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080FF-58FF-05BF-7E94-228E98760E1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B9403-F0DE-A82E-2544-AC786585F459}"/>
              </a:ext>
            </a:extLst>
          </p:cNvPr>
          <p:cNvSpPr txBox="1"/>
          <p:nvPr/>
        </p:nvSpPr>
        <p:spPr>
          <a:xfrm>
            <a:off x="2635044" y="378561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By-the-Numbers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360D78-5493-2FBD-EFF5-2019DFB08B7A}"/>
                  </a:ext>
                </a:extLst>
              </p:cNvPr>
              <p:cNvSpPr txBox="1"/>
              <p:nvPr/>
            </p:nvSpPr>
            <p:spPr>
              <a:xfrm>
                <a:off x="0" y="3067742"/>
                <a:ext cx="11788877" cy="538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Tx/>
                  <a:buAutoNum type="arabicPeriod"/>
                </a:pPr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/>
                  <a:t>, define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360D78-5493-2FBD-EFF5-2019DFB08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7742"/>
                <a:ext cx="11788877" cy="538096"/>
              </a:xfrm>
              <a:prstGeom prst="rect">
                <a:avLst/>
              </a:prstGeom>
              <a:blipFill>
                <a:blip r:embed="rId3"/>
                <a:stretch>
                  <a:fillRect t="-3371" b="-17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015ACBC-DC04-D823-DC1A-59126A36665D}"/>
              </a:ext>
            </a:extLst>
          </p:cNvPr>
          <p:cNvSpPr txBox="1"/>
          <p:nvPr/>
        </p:nvSpPr>
        <p:spPr>
          <a:xfrm>
            <a:off x="275303" y="2237515"/>
            <a:ext cx="1415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Solve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AD329D-3EDE-3D31-58D5-7879B3FA9CC6}"/>
                  </a:ext>
                </a:extLst>
              </p:cNvPr>
              <p:cNvSpPr txBox="1"/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AD329D-3EDE-3D31-58D5-7879B3FA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1B1D8-3BA6-DC15-EC4A-711970364572}"/>
                  </a:ext>
                </a:extLst>
              </p:cNvPr>
              <p:cNvSpPr txBox="1"/>
              <p:nvPr/>
            </p:nvSpPr>
            <p:spPr>
              <a:xfrm>
                <a:off x="4606412" y="3646367"/>
                <a:ext cx="1814053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1B1D8-3BA6-DC15-EC4A-71197036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412" y="3646367"/>
                <a:ext cx="1814053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 Brace 10">
            <a:extLst>
              <a:ext uri="{FF2B5EF4-FFF2-40B4-BE49-F238E27FC236}">
                <a16:creationId xmlns:a16="http://schemas.microsoft.com/office/drawing/2014/main" id="{3DEDF298-83E8-AA6C-57B5-81F84F85C07C}"/>
              </a:ext>
            </a:extLst>
          </p:cNvPr>
          <p:cNvSpPr/>
          <p:nvPr/>
        </p:nvSpPr>
        <p:spPr>
          <a:xfrm rot="16200000">
            <a:off x="5147480" y="4360264"/>
            <a:ext cx="363726" cy="215792"/>
          </a:xfrm>
          <a:prstGeom prst="leftBrac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ED057-4077-C2D4-4756-C35A45BB51AE}"/>
              </a:ext>
            </a:extLst>
          </p:cNvPr>
          <p:cNvSpPr txBox="1"/>
          <p:nvPr/>
        </p:nvSpPr>
        <p:spPr>
          <a:xfrm>
            <a:off x="4878765" y="4619164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outer function 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964BEF-DC20-5DAB-16F8-63866BBAB436}"/>
              </a:ext>
            </a:extLst>
          </p:cNvPr>
          <p:cNvCxnSpPr/>
          <p:nvPr/>
        </p:nvCxnSpPr>
        <p:spPr>
          <a:xfrm flipH="1" flipV="1">
            <a:off x="5835444" y="4183457"/>
            <a:ext cx="1337187" cy="47121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D6F8527-7375-A59C-BD8E-33612267853A}"/>
              </a:ext>
            </a:extLst>
          </p:cNvPr>
          <p:cNvSpPr txBox="1"/>
          <p:nvPr/>
        </p:nvSpPr>
        <p:spPr>
          <a:xfrm>
            <a:off x="7187378" y="4489800"/>
            <a:ext cx="1723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inn</a:t>
            </a:r>
            <a:r>
              <a:rPr lang="en-US" sz="1800" b="1" dirty="0"/>
              <a:t>er function 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3853B4-5DF8-63D3-2538-176AE2ACF986}"/>
              </a:ext>
            </a:extLst>
          </p:cNvPr>
          <p:cNvCxnSpPr>
            <a:cxnSpLocks/>
          </p:cNvCxnSpPr>
          <p:nvPr/>
        </p:nvCxnSpPr>
        <p:spPr>
          <a:xfrm flipV="1">
            <a:off x="4425009" y="4258558"/>
            <a:ext cx="591966" cy="831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E63499-86A5-3202-69CB-308E27C344AA}"/>
              </a:ext>
            </a:extLst>
          </p:cNvPr>
          <p:cNvSpPr txBox="1"/>
          <p:nvPr/>
        </p:nvSpPr>
        <p:spPr>
          <a:xfrm>
            <a:off x="3040392" y="5090374"/>
            <a:ext cx="3676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remaining multiplicative term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BE72AB-D2CC-3838-B06F-E70ACA848877}"/>
                  </a:ext>
                </a:extLst>
              </p:cNvPr>
              <p:cNvSpPr txBox="1"/>
              <p:nvPr/>
            </p:nvSpPr>
            <p:spPr>
              <a:xfrm>
                <a:off x="909483" y="5622820"/>
                <a:ext cx="626314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Outer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Inner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Remaining Multiplicative Term: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BE72AB-D2CC-3838-B06F-E70ACA848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83" y="5622820"/>
                <a:ext cx="6263148" cy="1200329"/>
              </a:xfrm>
              <a:prstGeom prst="rect">
                <a:avLst/>
              </a:prstGeom>
              <a:blipFill>
                <a:blip r:embed="rId6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246DB0-25C3-EB5C-4166-2B9FF5E518F5}"/>
                  </a:ext>
                </a:extLst>
              </p:cNvPr>
              <p:cNvSpPr txBox="1"/>
              <p:nvPr/>
            </p:nvSpPr>
            <p:spPr>
              <a:xfrm>
                <a:off x="6985326" y="5992151"/>
                <a:ext cx="2837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246DB0-25C3-EB5C-4166-2B9FF5E51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26" y="5992151"/>
                <a:ext cx="28371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64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09A1-986F-0738-C257-E88CFB27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AFBEAA-6092-A4BF-5B00-4F3FF556392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12215A-B71D-7948-4D57-258C6037BA5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876A1-2514-7768-B770-AF56952FB975}"/>
              </a:ext>
            </a:extLst>
          </p:cNvPr>
          <p:cNvSpPr txBox="1"/>
          <p:nvPr/>
        </p:nvSpPr>
        <p:spPr>
          <a:xfrm>
            <a:off x="2635044" y="378561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By-the-Numbers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2CE69-1317-3551-E9BC-E29E9913F651}"/>
                  </a:ext>
                </a:extLst>
              </p:cNvPr>
              <p:cNvSpPr txBox="1"/>
              <p:nvPr/>
            </p:nvSpPr>
            <p:spPr>
              <a:xfrm>
                <a:off x="0" y="3067742"/>
                <a:ext cx="11788877" cy="993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2. Find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2400" dirty="0"/>
                  <a:t> and solve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62CE69-1317-3551-E9BC-E29E9913F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7742"/>
                <a:ext cx="11788877" cy="9936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7EF45FF-1AEF-92B5-9616-130E2A98837F}"/>
              </a:ext>
            </a:extLst>
          </p:cNvPr>
          <p:cNvSpPr txBox="1"/>
          <p:nvPr/>
        </p:nvSpPr>
        <p:spPr>
          <a:xfrm>
            <a:off x="275303" y="2237515"/>
            <a:ext cx="1415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Solve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A02857-49EB-B228-1676-577375CC11A0}"/>
                  </a:ext>
                </a:extLst>
              </p:cNvPr>
              <p:cNvSpPr txBox="1"/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A02857-49EB-B228-1676-577375CC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04C31D-CC79-B1F5-23BF-7CFB586B3A71}"/>
                  </a:ext>
                </a:extLst>
              </p:cNvPr>
              <p:cNvSpPr txBox="1"/>
              <p:nvPr/>
            </p:nvSpPr>
            <p:spPr>
              <a:xfrm>
                <a:off x="415411" y="4056109"/>
                <a:ext cx="6263148" cy="116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Inner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04C31D-CC79-B1F5-23BF-7CFB586B3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11" y="4056109"/>
                <a:ext cx="6263148" cy="1162947"/>
              </a:xfrm>
              <a:prstGeom prst="rect">
                <a:avLst/>
              </a:prstGeom>
              <a:blipFill>
                <a:blip r:embed="rId5"/>
                <a:stretch>
                  <a:fillRect t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B29A1-6D9F-93EA-926E-54FC68AA4E2D}"/>
                  </a:ext>
                </a:extLst>
              </p:cNvPr>
              <p:cNvSpPr txBox="1"/>
              <p:nvPr/>
            </p:nvSpPr>
            <p:spPr>
              <a:xfrm>
                <a:off x="110611" y="5951607"/>
                <a:ext cx="10255045" cy="993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Remaining Multiplicative Term: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proportional to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B29A1-6D9F-93EA-926E-54FC68AA4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1" y="5951607"/>
                <a:ext cx="10255045" cy="993605"/>
              </a:xfrm>
              <a:prstGeom prst="rect">
                <a:avLst/>
              </a:prstGeom>
              <a:blipFill>
                <a:blip r:embed="rId6"/>
                <a:stretch>
                  <a:fillRect t="-4908" b="-6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111A1F1A-7217-FC31-A37E-5ED0868EB1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526" y="6340125"/>
            <a:ext cx="527944" cy="5178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BCC38B0-E889-831F-0A92-69661E7A4A7A}"/>
              </a:ext>
            </a:extLst>
          </p:cNvPr>
          <p:cNvSpPr txBox="1"/>
          <p:nvPr/>
        </p:nvSpPr>
        <p:spPr>
          <a:xfrm>
            <a:off x="499527" y="5571176"/>
            <a:ext cx="6263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Check: </a:t>
            </a:r>
          </a:p>
        </p:txBody>
      </p:sp>
    </p:spTree>
    <p:extLst>
      <p:ext uri="{BB962C8B-B14F-4D97-AF65-F5344CB8AC3E}">
        <p14:creationId xmlns:p14="http://schemas.microsoft.com/office/powerpoint/2010/main" val="891483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34FE-355A-D468-5A7C-1B7981AB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80A48C-A6A5-C1ED-D5D1-6FAD00290F8C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1ABA7-50E9-10B6-B31A-0C9AC40044E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173F8-30FF-2B6C-23E3-048B5360C164}"/>
              </a:ext>
            </a:extLst>
          </p:cNvPr>
          <p:cNvSpPr txBox="1"/>
          <p:nvPr/>
        </p:nvSpPr>
        <p:spPr>
          <a:xfrm>
            <a:off x="2635044" y="378561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By-the-Numbers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328E62-64CA-185F-E230-D4E009EEAF5E}"/>
                  </a:ext>
                </a:extLst>
              </p:cNvPr>
              <p:cNvSpPr txBox="1"/>
              <p:nvPr/>
            </p:nvSpPr>
            <p:spPr>
              <a:xfrm>
                <a:off x="0" y="3067742"/>
                <a:ext cx="117888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3. Rewrite the integral in terms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328E62-64CA-185F-E230-D4E009EEA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7742"/>
                <a:ext cx="11788877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E5F568D-1F90-FE3E-9E62-C6E6613979D7}"/>
              </a:ext>
            </a:extLst>
          </p:cNvPr>
          <p:cNvSpPr txBox="1"/>
          <p:nvPr/>
        </p:nvSpPr>
        <p:spPr>
          <a:xfrm>
            <a:off x="275303" y="2237515"/>
            <a:ext cx="1415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Solve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38B6E-561A-1DED-E33B-88E00808C23F}"/>
                  </a:ext>
                </a:extLst>
              </p:cNvPr>
              <p:cNvSpPr txBox="1"/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B38B6E-561A-1DED-E33B-88E00808C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06008C-2A8C-DA86-13D3-022B7FE4B595}"/>
                  </a:ext>
                </a:extLst>
              </p:cNvPr>
              <p:cNvSpPr txBox="1"/>
              <p:nvPr/>
            </p:nvSpPr>
            <p:spPr>
              <a:xfrm>
                <a:off x="0" y="3613320"/>
                <a:ext cx="23941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06008C-2A8C-DA86-13D3-022B7FE4B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13320"/>
                <a:ext cx="239415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22D9D-9913-474F-1320-8541F80234E5}"/>
                  </a:ext>
                </a:extLst>
              </p:cNvPr>
              <p:cNvSpPr txBox="1"/>
              <p:nvPr/>
            </p:nvSpPr>
            <p:spPr>
              <a:xfrm>
                <a:off x="3281514" y="3613320"/>
                <a:ext cx="17231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22D9D-9913-474F-1320-8541F8023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14" y="3613320"/>
                <a:ext cx="1723105" cy="461665"/>
              </a:xfrm>
              <a:prstGeom prst="rect">
                <a:avLst/>
              </a:prstGeom>
              <a:blipFill>
                <a:blip r:embed="rId6"/>
                <a:stretch>
                  <a:fillRect l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0810F5-C2FF-6B85-38EC-6C1F6CA8CD95}"/>
                  </a:ext>
                </a:extLst>
              </p:cNvPr>
              <p:cNvSpPr txBox="1"/>
              <p:nvPr/>
            </p:nvSpPr>
            <p:spPr>
              <a:xfrm>
                <a:off x="-324465" y="4158898"/>
                <a:ext cx="9611033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p>
                          </m:s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0810F5-C2FF-6B85-38EC-6C1F6CA8C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5" y="4158898"/>
                <a:ext cx="9611033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4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3548-4D85-6A24-2ADA-29FEF100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E0C4A9-5DF3-D3BC-8DD4-AA0B7D6C00D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C8081-53D3-78BB-8450-616EFEC35E5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7F624-3C68-5C9E-7195-A40C9DF4BA7F}"/>
              </a:ext>
            </a:extLst>
          </p:cNvPr>
          <p:cNvSpPr txBox="1"/>
          <p:nvPr/>
        </p:nvSpPr>
        <p:spPr>
          <a:xfrm>
            <a:off x="2635044" y="378561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By-the-Numbers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DECA1B-35F5-BBF7-6169-0743E7CFAAB4}"/>
                  </a:ext>
                </a:extLst>
              </p:cNvPr>
              <p:cNvSpPr txBox="1"/>
              <p:nvPr/>
            </p:nvSpPr>
            <p:spPr>
              <a:xfrm>
                <a:off x="1" y="3067742"/>
                <a:ext cx="54765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4. Solve the integral with respect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ADECA1B-35F5-BBF7-6169-0743E7CFA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067742"/>
                <a:ext cx="547656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F1AADEA-C4BF-B720-C79D-F49F998A7C3E}"/>
              </a:ext>
            </a:extLst>
          </p:cNvPr>
          <p:cNvSpPr txBox="1"/>
          <p:nvPr/>
        </p:nvSpPr>
        <p:spPr>
          <a:xfrm>
            <a:off x="275303" y="2237515"/>
            <a:ext cx="1415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Solve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7E30A6-FD07-77F7-7B00-B2CDB2362069}"/>
                  </a:ext>
                </a:extLst>
              </p:cNvPr>
              <p:cNvSpPr txBox="1"/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7E30A6-FD07-77F7-7B00-B2CDB2362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465" y="1962173"/>
                <a:ext cx="6105832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540697-ACE2-FF90-C728-043E319ADE8C}"/>
                  </a:ext>
                </a:extLst>
              </p:cNvPr>
              <p:cNvSpPr txBox="1"/>
              <p:nvPr/>
            </p:nvSpPr>
            <p:spPr>
              <a:xfrm>
                <a:off x="747250" y="3573916"/>
                <a:ext cx="5186517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=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540697-ACE2-FF90-C728-043E319AD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0" y="3573916"/>
                <a:ext cx="5186517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8B71A-0C88-F8ED-54D6-898D1FE4F456}"/>
                  </a:ext>
                </a:extLst>
              </p:cNvPr>
              <p:cNvSpPr txBox="1"/>
              <p:nvPr/>
            </p:nvSpPr>
            <p:spPr>
              <a:xfrm>
                <a:off x="73742" y="4634976"/>
                <a:ext cx="570762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5. Substitute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in your answer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88B71A-0C88-F8ED-54D6-898D1FE4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2" y="4634976"/>
                <a:ext cx="5707625" cy="461665"/>
              </a:xfrm>
              <a:prstGeom prst="rect">
                <a:avLst/>
              </a:prstGeom>
              <a:blipFill>
                <a:blip r:embed="rId6"/>
                <a:stretch>
                  <a:fillRect t="-10526" r="-107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249D1C-205A-02DE-B0B0-77FF8F798373}"/>
                  </a:ext>
                </a:extLst>
              </p:cNvPr>
              <p:cNvSpPr txBox="1"/>
              <p:nvPr/>
            </p:nvSpPr>
            <p:spPr>
              <a:xfrm>
                <a:off x="634179" y="5096641"/>
                <a:ext cx="5299587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dx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 =</m:t>
                          </m:r>
                        </m:e>
                      </m:nary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249D1C-205A-02DE-B0B0-77FF8F798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79" y="5096641"/>
                <a:ext cx="5299587" cy="106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740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2769-F859-6EFE-D9FD-FF028075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D04EC4-24B6-EE1C-856A-D7F16AC0C89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94ADD-7044-E86E-71E2-0766C6DB53D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502EA-256D-8AAA-7FD4-07EB6383C1AA}"/>
              </a:ext>
            </a:extLst>
          </p:cNvPr>
          <p:cNvSpPr txBox="1"/>
          <p:nvPr/>
        </p:nvSpPr>
        <p:spPr>
          <a:xfrm>
            <a:off x="2507224" y="378561"/>
            <a:ext cx="80870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What about Definite Integrals?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23299-31CB-DDFE-B2DB-015328635B2A}"/>
              </a:ext>
            </a:extLst>
          </p:cNvPr>
          <p:cNvSpPr txBox="1"/>
          <p:nvPr/>
        </p:nvSpPr>
        <p:spPr>
          <a:xfrm>
            <a:off x="0" y="1907702"/>
            <a:ext cx="55847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What happens when we’ve solving for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E46764-87D8-7DD2-452A-AEF300CB7BC1}"/>
                  </a:ext>
                </a:extLst>
              </p:cNvPr>
              <p:cNvSpPr txBox="1"/>
              <p:nvPr/>
            </p:nvSpPr>
            <p:spPr>
              <a:xfrm>
                <a:off x="5388078" y="1678215"/>
                <a:ext cx="2133600" cy="920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E46764-87D8-7DD2-452A-AEF300CB7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78" y="1678215"/>
                <a:ext cx="2133600" cy="920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E7624F0-2AE3-191A-1B87-0A1074FE2471}"/>
              </a:ext>
            </a:extLst>
          </p:cNvPr>
          <p:cNvSpPr txBox="1"/>
          <p:nvPr/>
        </p:nvSpPr>
        <p:spPr>
          <a:xfrm>
            <a:off x="6921908" y="1907702"/>
            <a:ext cx="1789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instead?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ABBA3-C158-1A32-3180-C9EFF67DC9D9}"/>
              </a:ext>
            </a:extLst>
          </p:cNvPr>
          <p:cNvSpPr txBox="1"/>
          <p:nvPr/>
        </p:nvSpPr>
        <p:spPr>
          <a:xfrm>
            <a:off x="0" y="2566256"/>
            <a:ext cx="111841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We have two options: 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1. We can solve the indefinite integral using our to-do list and evaluate our answer at the bounds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444647-D0EB-6E62-267B-66711E54B998}"/>
                  </a:ext>
                </a:extLst>
              </p:cNvPr>
              <p:cNvSpPr txBox="1"/>
              <p:nvPr/>
            </p:nvSpPr>
            <p:spPr>
              <a:xfrm>
                <a:off x="1597741" y="4147562"/>
                <a:ext cx="6966156" cy="923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(7)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103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444647-D0EB-6E62-267B-66711E54B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741" y="4147562"/>
                <a:ext cx="6966156" cy="923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5FE8CA2-30AD-E506-1230-04BB8D5FFEAC}"/>
              </a:ext>
            </a:extLst>
          </p:cNvPr>
          <p:cNvSpPr txBox="1"/>
          <p:nvPr/>
        </p:nvSpPr>
        <p:spPr>
          <a:xfrm>
            <a:off x="-7375" y="5071469"/>
            <a:ext cx="11924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2. We can also replace our bounds in Step 3 and evaluate the definite integral in Step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171CCA-A133-9B5B-C81E-A177FDC74A7A}"/>
                  </a:ext>
                </a:extLst>
              </p:cNvPr>
              <p:cNvSpPr txBox="1"/>
              <p:nvPr/>
            </p:nvSpPr>
            <p:spPr>
              <a:xfrm>
                <a:off x="-63911" y="5545357"/>
                <a:ext cx="23941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171CCA-A133-9B5B-C81E-A177FDC74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911" y="5545357"/>
                <a:ext cx="239415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ED11A3-5739-C652-2F2C-32EC4343D01F}"/>
                  </a:ext>
                </a:extLst>
              </p:cNvPr>
              <p:cNvSpPr txBox="1"/>
              <p:nvPr/>
            </p:nvSpPr>
            <p:spPr>
              <a:xfrm>
                <a:off x="3554361" y="5730023"/>
                <a:ext cx="6395884" cy="923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103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nary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103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0ED11A3-5739-C652-2F2C-32EC4343D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361" y="5730023"/>
                <a:ext cx="6395884" cy="9239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662DA3-F45E-02F2-1129-B62556AE1C53}"/>
                  </a:ext>
                </a:extLst>
              </p:cNvPr>
              <p:cNvSpPr txBox="1"/>
              <p:nvPr/>
            </p:nvSpPr>
            <p:spPr>
              <a:xfrm>
                <a:off x="-63911" y="5975829"/>
                <a:ext cx="49112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5662DA3-F45E-02F2-1129-B62556AE1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911" y="5975829"/>
                <a:ext cx="4911215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69E84-65A5-15EE-554B-CE7854174A12}"/>
                  </a:ext>
                </a:extLst>
              </p:cNvPr>
              <p:cNvSpPr txBox="1"/>
              <p:nvPr/>
            </p:nvSpPr>
            <p:spPr>
              <a:xfrm>
                <a:off x="-63911" y="6376353"/>
                <a:ext cx="49112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=103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69E84-65A5-15EE-554B-CE7854174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3911" y="6376353"/>
                <a:ext cx="4911215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83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766</Words>
  <Application>Microsoft Office PowerPoint</Application>
  <PresentationFormat>Widescreen</PresentationFormat>
  <Paragraphs>154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4</cp:revision>
  <cp:lastPrinted>2025-08-21T02:00:35Z</cp:lastPrinted>
  <dcterms:created xsi:type="dcterms:W3CDTF">2025-08-20T23:47:39Z</dcterms:created>
  <dcterms:modified xsi:type="dcterms:W3CDTF">2026-01-16T00:43:32Z</dcterms:modified>
</cp:coreProperties>
</file>