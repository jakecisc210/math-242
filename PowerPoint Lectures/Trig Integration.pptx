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96" r:id="rId4"/>
    <p:sldId id="297" r:id="rId5"/>
    <p:sldId id="298" r:id="rId6"/>
    <p:sldId id="299" r:id="rId7"/>
    <p:sldId id="300" r:id="rId8"/>
    <p:sldId id="301" r:id="rId9"/>
    <p:sldId id="305" r:id="rId10"/>
    <p:sldId id="304" r:id="rId11"/>
    <p:sldId id="302" r:id="rId12"/>
    <p:sldId id="306" r:id="rId13"/>
    <p:sldId id="307" r:id="rId14"/>
    <p:sldId id="308" r:id="rId15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B0E"/>
    <a:srgbClr val="D5D668"/>
    <a:srgbClr val="064E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38B0E-1A9D-44C9-8644-1DE954370774}" v="1131" dt="2026-01-26T04:42:17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1-26T04:43:07.738" v="2088" actId="1035"/>
      <pc:docMkLst>
        <pc:docMk/>
      </pc:docMkLst>
      <pc:sldChg chg="modSp mod">
        <pc:chgData name="Jacob Wyngaard" userId="6181fcd471e98458" providerId="LiveId" clId="{788BA123-62C9-4DDC-86E5-A6BCA4600216}" dt="2026-01-26T03:22:31.381" v="17" actId="1076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1-26T03:22:31.381" v="17" actId="1076"/>
          <ac:spMkLst>
            <pc:docMk/>
            <pc:sldMk cId="1116112418" sldId="256"/>
            <ac:spMk id="2" creationId="{671C48F4-EC8B-9D87-E495-936CA1EC5A08}"/>
          </ac:spMkLst>
        </pc:spChg>
      </pc:sldChg>
      <pc:sldChg chg="addSp delSp modSp mod">
        <pc:chgData name="Jacob Wyngaard" userId="6181fcd471e98458" providerId="LiveId" clId="{788BA123-62C9-4DDC-86E5-A6BCA4600216}" dt="2026-01-26T04:43:07.738" v="2088" actId="1035"/>
        <pc:sldMkLst>
          <pc:docMk/>
          <pc:sldMk cId="1388335378" sldId="259"/>
        </pc:sldMkLst>
        <pc:spChg chg="mod">
          <ac:chgData name="Jacob Wyngaard" userId="6181fcd471e98458" providerId="LiveId" clId="{788BA123-62C9-4DDC-86E5-A6BCA4600216}" dt="2026-01-26T04:43:03.412" v="2087" actId="1076"/>
          <ac:spMkLst>
            <pc:docMk/>
            <pc:sldMk cId="1388335378" sldId="259"/>
            <ac:spMk id="3" creationId="{71059FC0-8796-1ECD-C623-A630EE4D1B17}"/>
          </ac:spMkLst>
        </pc:spChg>
        <pc:picChg chg="add del mod modCrop">
          <ac:chgData name="Jacob Wyngaard" userId="6181fcd471e98458" providerId="LiveId" clId="{788BA123-62C9-4DDC-86E5-A6BCA4600216}" dt="2026-01-26T04:42:22.217" v="2070" actId="478"/>
          <ac:picMkLst>
            <pc:docMk/>
            <pc:sldMk cId="1388335378" sldId="259"/>
            <ac:picMk id="4" creationId="{2D80295B-D57C-0650-E289-24CB8AC7D7AA}"/>
          </ac:picMkLst>
        </pc:picChg>
        <pc:picChg chg="add mod">
          <ac:chgData name="Jacob Wyngaard" userId="6181fcd471e98458" providerId="LiveId" clId="{788BA123-62C9-4DDC-86E5-A6BCA4600216}" dt="2026-01-26T04:43:07.738" v="2088" actId="1035"/>
          <ac:picMkLst>
            <pc:docMk/>
            <pc:sldMk cId="1388335378" sldId="259"/>
            <ac:picMk id="11" creationId="{6B573255-1F11-85B7-6365-015AF59416BD}"/>
          </ac:picMkLst>
        </pc:picChg>
        <pc:cxnChg chg="add mod ord">
          <ac:chgData name="Jacob Wyngaard" userId="6181fcd471e98458" providerId="LiveId" clId="{788BA123-62C9-4DDC-86E5-A6BCA4600216}" dt="2026-01-26T04:42:58.970" v="2086" actId="1035"/>
          <ac:cxnSpMkLst>
            <pc:docMk/>
            <pc:sldMk cId="1388335378" sldId="259"/>
            <ac:cxnSpMk id="7" creationId="{FC5AD448-0EE5-889E-BBBE-BF461FC47911}"/>
          </ac:cxnSpMkLst>
        </pc:cxnChg>
      </pc:sldChg>
      <pc:sldChg chg="modSp del mod">
        <pc:chgData name="Jacob Wyngaard" userId="6181fcd471e98458" providerId="LiveId" clId="{788BA123-62C9-4DDC-86E5-A6BCA4600216}" dt="2026-01-26T03:53:40.389" v="924" actId="47"/>
        <pc:sldMkLst>
          <pc:docMk/>
          <pc:sldMk cId="1526671245" sldId="282"/>
        </pc:sldMkLst>
        <pc:spChg chg="mod">
          <ac:chgData name="Jacob Wyngaard" userId="6181fcd471e98458" providerId="LiveId" clId="{788BA123-62C9-4DDC-86E5-A6BCA4600216}" dt="2026-01-26T03:32:43.162" v="258" actId="1076"/>
          <ac:spMkLst>
            <pc:docMk/>
            <pc:sldMk cId="1526671245" sldId="282"/>
            <ac:spMk id="9" creationId="{6C40A74F-CE09-A339-E5C9-6F24D4C3DE9B}"/>
          </ac:spMkLst>
        </pc:spChg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253019165" sldId="284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3812596258" sldId="285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1721140882" sldId="286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166545931" sldId="287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4036279525" sldId="288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869904273" sldId="289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2032838188" sldId="290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891483717" sldId="291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674643469" sldId="292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14404142" sldId="293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234283736" sldId="294"/>
        </pc:sldMkLst>
      </pc:sldChg>
      <pc:sldChg chg="del">
        <pc:chgData name="Jacob Wyngaard" userId="6181fcd471e98458" providerId="LiveId" clId="{788BA123-62C9-4DDC-86E5-A6BCA4600216}" dt="2026-01-26T03:31:29.052" v="224" actId="47"/>
        <pc:sldMkLst>
          <pc:docMk/>
          <pc:sldMk cId="1209740495" sldId="295"/>
        </pc:sldMkLst>
      </pc:sldChg>
      <pc:sldChg chg="addSp delSp modSp add mod">
        <pc:chgData name="Jacob Wyngaard" userId="6181fcd471e98458" providerId="LiveId" clId="{788BA123-62C9-4DDC-86E5-A6BCA4600216}" dt="2026-01-26T03:50:23.577" v="842" actId="20577"/>
        <pc:sldMkLst>
          <pc:docMk/>
          <pc:sldMk cId="531847589" sldId="296"/>
        </pc:sldMkLst>
        <pc:spChg chg="add mod">
          <ac:chgData name="Jacob Wyngaard" userId="6181fcd471e98458" providerId="LiveId" clId="{788BA123-62C9-4DDC-86E5-A6BCA4600216}" dt="2026-01-26T03:50:23.577" v="842" actId="20577"/>
          <ac:spMkLst>
            <pc:docMk/>
            <pc:sldMk cId="531847589" sldId="296"/>
            <ac:spMk id="2" creationId="{197ED4DD-C6C1-5C85-B99A-E1141254F75C}"/>
          </ac:spMkLst>
        </pc:spChg>
        <pc:spChg chg="mod">
          <ac:chgData name="Jacob Wyngaard" userId="6181fcd471e98458" providerId="LiveId" clId="{788BA123-62C9-4DDC-86E5-A6BCA4600216}" dt="2026-01-26T03:38:10" v="472" actId="1076"/>
          <ac:spMkLst>
            <pc:docMk/>
            <pc:sldMk cId="531847589" sldId="296"/>
            <ac:spMk id="3" creationId="{D770CDFC-A47E-59BD-0571-4E51DD183C8F}"/>
          </ac:spMkLst>
        </pc:spChg>
        <pc:spChg chg="add mod">
          <ac:chgData name="Jacob Wyngaard" userId="6181fcd471e98458" providerId="LiveId" clId="{788BA123-62C9-4DDC-86E5-A6BCA4600216}" dt="2026-01-26T03:48:02.924" v="733" actId="1076"/>
          <ac:spMkLst>
            <pc:docMk/>
            <pc:sldMk cId="531847589" sldId="296"/>
            <ac:spMk id="5" creationId="{27FBA2F3-4B28-266B-BF6C-18DE45BD2226}"/>
          </ac:spMkLst>
        </pc:spChg>
        <pc:spChg chg="mod">
          <ac:chgData name="Jacob Wyngaard" userId="6181fcd471e98458" providerId="LiveId" clId="{788BA123-62C9-4DDC-86E5-A6BCA4600216}" dt="2026-01-26T03:31:24.208" v="223" actId="1076"/>
          <ac:spMkLst>
            <pc:docMk/>
            <pc:sldMk cId="531847589" sldId="296"/>
            <ac:spMk id="9" creationId="{37F0F0CF-8E81-E9C5-0A67-BD68876FA387}"/>
          </ac:spMkLst>
        </pc:spChg>
        <pc:spChg chg="add mod">
          <ac:chgData name="Jacob Wyngaard" userId="6181fcd471e98458" providerId="LiveId" clId="{788BA123-62C9-4DDC-86E5-A6BCA4600216}" dt="2026-01-26T03:47:51.298" v="730" actId="1036"/>
          <ac:spMkLst>
            <pc:docMk/>
            <pc:sldMk cId="531847589" sldId="296"/>
            <ac:spMk id="10" creationId="{FF860FA7-A264-9FED-5824-D2D7856547C7}"/>
          </ac:spMkLst>
        </pc:spChg>
        <pc:spChg chg="add mod">
          <ac:chgData name="Jacob Wyngaard" userId="6181fcd471e98458" providerId="LiveId" clId="{788BA123-62C9-4DDC-86E5-A6BCA4600216}" dt="2026-01-26T03:48:00.123" v="732" actId="1076"/>
          <ac:spMkLst>
            <pc:docMk/>
            <pc:sldMk cId="531847589" sldId="296"/>
            <ac:spMk id="12" creationId="{A49E5F95-F632-F0CC-0BE7-99B161672032}"/>
          </ac:spMkLst>
        </pc:spChg>
        <pc:spChg chg="add mod">
          <ac:chgData name="Jacob Wyngaard" userId="6181fcd471e98458" providerId="LiveId" clId="{788BA123-62C9-4DDC-86E5-A6BCA4600216}" dt="2026-01-26T03:47:51.298" v="730" actId="1036"/>
          <ac:spMkLst>
            <pc:docMk/>
            <pc:sldMk cId="531847589" sldId="296"/>
            <ac:spMk id="13" creationId="{07460EBF-EEBF-385A-0E17-F56E751FFF87}"/>
          </ac:spMkLst>
        </pc:spChg>
        <pc:spChg chg="add mod">
          <ac:chgData name="Jacob Wyngaard" userId="6181fcd471e98458" providerId="LiveId" clId="{788BA123-62C9-4DDC-86E5-A6BCA4600216}" dt="2026-01-26T03:48:24.760" v="783" actId="113"/>
          <ac:spMkLst>
            <pc:docMk/>
            <pc:sldMk cId="531847589" sldId="296"/>
            <ac:spMk id="14" creationId="{0443CB97-C1D2-43AE-2318-CDB26BAA53AD}"/>
          </ac:spMkLst>
        </pc:spChg>
        <pc:picChg chg="del">
          <ac:chgData name="Jacob Wyngaard" userId="6181fcd471e98458" providerId="LiveId" clId="{788BA123-62C9-4DDC-86E5-A6BCA4600216}" dt="2026-01-26T03:33:21.743" v="259" actId="478"/>
          <ac:picMkLst>
            <pc:docMk/>
            <pc:sldMk cId="531847589" sldId="296"/>
            <ac:picMk id="4" creationId="{7FAD52D6-BF63-3A89-05AC-0610F1D086C0}"/>
          </ac:picMkLst>
        </pc:picChg>
        <pc:cxnChg chg="del">
          <ac:chgData name="Jacob Wyngaard" userId="6181fcd471e98458" providerId="LiveId" clId="{788BA123-62C9-4DDC-86E5-A6BCA4600216}" dt="2026-01-26T03:38:18.012" v="474" actId="478"/>
          <ac:cxnSpMkLst>
            <pc:docMk/>
            <pc:sldMk cId="531847589" sldId="296"/>
            <ac:cxnSpMk id="7" creationId="{9B8FE8E2-DEE3-8557-C138-F6B4C99F6543}"/>
          </ac:cxnSpMkLst>
        </pc:cxnChg>
      </pc:sldChg>
      <pc:sldChg chg="addSp delSp modSp add mod">
        <pc:chgData name="Jacob Wyngaard" userId="6181fcd471e98458" providerId="LiveId" clId="{788BA123-62C9-4DDC-86E5-A6BCA4600216}" dt="2026-01-26T04:22:23.702" v="1679" actId="20577"/>
        <pc:sldMkLst>
          <pc:docMk/>
          <pc:sldMk cId="2583799725" sldId="297"/>
        </pc:sldMkLst>
        <pc:spChg chg="del">
          <ac:chgData name="Jacob Wyngaard" userId="6181fcd471e98458" providerId="LiveId" clId="{788BA123-62C9-4DDC-86E5-A6BCA4600216}" dt="2026-01-26T03:43:13.216" v="572" actId="478"/>
          <ac:spMkLst>
            <pc:docMk/>
            <pc:sldMk cId="2583799725" sldId="297"/>
            <ac:spMk id="2" creationId="{979AE950-236A-685E-09DD-94355D2506A5}"/>
          </ac:spMkLst>
        </pc:spChg>
        <pc:spChg chg="del">
          <ac:chgData name="Jacob Wyngaard" userId="6181fcd471e98458" providerId="LiveId" clId="{788BA123-62C9-4DDC-86E5-A6BCA4600216}" dt="2026-01-26T03:43:14.008" v="573" actId="478"/>
          <ac:spMkLst>
            <pc:docMk/>
            <pc:sldMk cId="2583799725" sldId="297"/>
            <ac:spMk id="3" creationId="{FF2377F3-2503-624D-01B2-F7809BD8CC7F}"/>
          </ac:spMkLst>
        </pc:spChg>
        <pc:spChg chg="add mod">
          <ac:chgData name="Jacob Wyngaard" userId="6181fcd471e98458" providerId="LiveId" clId="{788BA123-62C9-4DDC-86E5-A6BCA4600216}" dt="2026-01-26T04:22:19.404" v="1675" actId="14100"/>
          <ac:spMkLst>
            <pc:docMk/>
            <pc:sldMk cId="2583799725" sldId="297"/>
            <ac:spMk id="4" creationId="{E3BC1C6A-D4C1-0295-3F9C-CDB55364DE9C}"/>
          </ac:spMkLst>
        </pc:spChg>
        <pc:spChg chg="mod">
          <ac:chgData name="Jacob Wyngaard" userId="6181fcd471e98458" providerId="LiveId" clId="{788BA123-62C9-4DDC-86E5-A6BCA4600216}" dt="2026-01-26T03:43:34.269" v="590" actId="1076"/>
          <ac:spMkLst>
            <pc:docMk/>
            <pc:sldMk cId="2583799725" sldId="297"/>
            <ac:spMk id="5" creationId="{EEDF3286-D9F7-0131-D9A1-40575ECBB49F}"/>
          </ac:spMkLst>
        </pc:spChg>
        <pc:spChg chg="add mod">
          <ac:chgData name="Jacob Wyngaard" userId="6181fcd471e98458" providerId="LiveId" clId="{788BA123-62C9-4DDC-86E5-A6BCA4600216}" dt="2026-01-26T03:46:14.594" v="664" actId="1076"/>
          <ac:spMkLst>
            <pc:docMk/>
            <pc:sldMk cId="2583799725" sldId="297"/>
            <ac:spMk id="7" creationId="{DB8676F4-391A-6A4C-91F3-E8D555F79F9D}"/>
          </ac:spMkLst>
        </pc:spChg>
        <pc:spChg chg="del mod">
          <ac:chgData name="Jacob Wyngaard" userId="6181fcd471e98458" providerId="LiveId" clId="{788BA123-62C9-4DDC-86E5-A6BCA4600216}" dt="2026-01-26T03:44:39.108" v="602" actId="478"/>
          <ac:spMkLst>
            <pc:docMk/>
            <pc:sldMk cId="2583799725" sldId="297"/>
            <ac:spMk id="10" creationId="{CCE8D67E-9D96-E865-FE68-AC80820BC7BB}"/>
          </ac:spMkLst>
        </pc:spChg>
        <pc:spChg chg="add mod">
          <ac:chgData name="Jacob Wyngaard" userId="6181fcd471e98458" providerId="LiveId" clId="{788BA123-62C9-4DDC-86E5-A6BCA4600216}" dt="2026-01-26T04:22:23.702" v="1679" actId="20577"/>
          <ac:spMkLst>
            <pc:docMk/>
            <pc:sldMk cId="2583799725" sldId="297"/>
            <ac:spMk id="11" creationId="{BF2D44CC-EDC1-1E76-BB47-3C9F9E94C3EA}"/>
          </ac:spMkLst>
        </pc:spChg>
        <pc:spChg chg="mod">
          <ac:chgData name="Jacob Wyngaard" userId="6181fcd471e98458" providerId="LiveId" clId="{788BA123-62C9-4DDC-86E5-A6BCA4600216}" dt="2026-01-26T03:43:32.060" v="589" actId="1076"/>
          <ac:spMkLst>
            <pc:docMk/>
            <pc:sldMk cId="2583799725" sldId="297"/>
            <ac:spMk id="12" creationId="{78AE586C-9DF0-C4FE-30A8-9B63DBB6ABE6}"/>
          </ac:spMkLst>
        </pc:spChg>
        <pc:spChg chg="mod">
          <ac:chgData name="Jacob Wyngaard" userId="6181fcd471e98458" providerId="LiveId" clId="{788BA123-62C9-4DDC-86E5-A6BCA4600216}" dt="2026-01-26T03:44:42.628" v="603" actId="1076"/>
          <ac:spMkLst>
            <pc:docMk/>
            <pc:sldMk cId="2583799725" sldId="297"/>
            <ac:spMk id="13" creationId="{7A4D82AE-06B1-E06B-FAC7-ACF449121177}"/>
          </ac:spMkLst>
        </pc:spChg>
        <pc:spChg chg="add mod">
          <ac:chgData name="Jacob Wyngaard" userId="6181fcd471e98458" providerId="LiveId" clId="{788BA123-62C9-4DDC-86E5-A6BCA4600216}" dt="2026-01-26T03:46:37.912" v="683" actId="1035"/>
          <ac:spMkLst>
            <pc:docMk/>
            <pc:sldMk cId="2583799725" sldId="297"/>
            <ac:spMk id="14" creationId="{40E6975F-21A7-0D45-8C08-3528B0D1FD59}"/>
          </ac:spMkLst>
        </pc:spChg>
        <pc:spChg chg="add mod">
          <ac:chgData name="Jacob Wyngaard" userId="6181fcd471e98458" providerId="LiveId" clId="{788BA123-62C9-4DDC-86E5-A6BCA4600216}" dt="2026-01-26T03:47:11.701" v="715" actId="20577"/>
          <ac:spMkLst>
            <pc:docMk/>
            <pc:sldMk cId="2583799725" sldId="297"/>
            <ac:spMk id="15" creationId="{1A78BBC4-F164-7013-DC8F-8AFECE8FB4E9}"/>
          </ac:spMkLst>
        </pc:spChg>
      </pc:sldChg>
      <pc:sldChg chg="modSp add mod ord">
        <pc:chgData name="Jacob Wyngaard" userId="6181fcd471e98458" providerId="LiveId" clId="{788BA123-62C9-4DDC-86E5-A6BCA4600216}" dt="2026-01-26T03:50:14.141" v="838" actId="20577"/>
        <pc:sldMkLst>
          <pc:docMk/>
          <pc:sldMk cId="2363989540" sldId="298"/>
        </pc:sldMkLst>
        <pc:spChg chg="mod">
          <ac:chgData name="Jacob Wyngaard" userId="6181fcd471e98458" providerId="LiveId" clId="{788BA123-62C9-4DDC-86E5-A6BCA4600216}" dt="2026-01-26T03:50:14.141" v="838" actId="20577"/>
          <ac:spMkLst>
            <pc:docMk/>
            <pc:sldMk cId="2363989540" sldId="298"/>
            <ac:spMk id="2" creationId="{B04AF9A2-DE17-6E1B-F43A-F3B4B8F85D0C}"/>
          </ac:spMkLst>
        </pc:spChg>
        <pc:spChg chg="mod">
          <ac:chgData name="Jacob Wyngaard" userId="6181fcd471e98458" providerId="LiveId" clId="{788BA123-62C9-4DDC-86E5-A6BCA4600216}" dt="2026-01-26T03:49:30.712" v="809"/>
          <ac:spMkLst>
            <pc:docMk/>
            <pc:sldMk cId="2363989540" sldId="298"/>
            <ac:spMk id="10" creationId="{C89D3F57-55DD-1C5C-D3A5-BE70964972BD}"/>
          </ac:spMkLst>
        </pc:spChg>
        <pc:spChg chg="mod">
          <ac:chgData name="Jacob Wyngaard" userId="6181fcd471e98458" providerId="LiveId" clId="{788BA123-62C9-4DDC-86E5-A6BCA4600216}" dt="2026-01-26T03:48:54.578" v="798" actId="20577"/>
          <ac:spMkLst>
            <pc:docMk/>
            <pc:sldMk cId="2363989540" sldId="298"/>
            <ac:spMk id="12" creationId="{C423E739-F101-7712-1373-E39A08D003CB}"/>
          </ac:spMkLst>
        </pc:spChg>
        <pc:spChg chg="mod">
          <ac:chgData name="Jacob Wyngaard" userId="6181fcd471e98458" providerId="LiveId" clId="{788BA123-62C9-4DDC-86E5-A6BCA4600216}" dt="2026-01-26T03:49:56.528" v="828" actId="20577"/>
          <ac:spMkLst>
            <pc:docMk/>
            <pc:sldMk cId="2363989540" sldId="298"/>
            <ac:spMk id="13" creationId="{579B8582-7DAE-17C1-9547-D229727D7EA5}"/>
          </ac:spMkLst>
        </pc:spChg>
      </pc:sldChg>
      <pc:sldChg chg="modSp add mod ord">
        <pc:chgData name="Jacob Wyngaard" userId="6181fcd471e98458" providerId="LiveId" clId="{788BA123-62C9-4DDC-86E5-A6BCA4600216}" dt="2026-01-26T04:22:12.701" v="1673" actId="20577"/>
        <pc:sldMkLst>
          <pc:docMk/>
          <pc:sldMk cId="2488756970" sldId="299"/>
        </pc:sldMkLst>
        <pc:spChg chg="mod">
          <ac:chgData name="Jacob Wyngaard" userId="6181fcd471e98458" providerId="LiveId" clId="{788BA123-62C9-4DDC-86E5-A6BCA4600216}" dt="2026-01-26T04:22:08.452" v="1670" actId="14100"/>
          <ac:spMkLst>
            <pc:docMk/>
            <pc:sldMk cId="2488756970" sldId="299"/>
            <ac:spMk id="4" creationId="{95E3168D-219C-CD41-0391-CC2B97C84908}"/>
          </ac:spMkLst>
        </pc:spChg>
        <pc:spChg chg="mod">
          <ac:chgData name="Jacob Wyngaard" userId="6181fcd471e98458" providerId="LiveId" clId="{788BA123-62C9-4DDC-86E5-A6BCA4600216}" dt="2026-01-26T04:22:12.701" v="1673" actId="20577"/>
          <ac:spMkLst>
            <pc:docMk/>
            <pc:sldMk cId="2488756970" sldId="299"/>
            <ac:spMk id="11" creationId="{79D0DF2B-DFF4-8321-41F1-F28A49FD402E}"/>
          </ac:spMkLst>
        </pc:spChg>
        <pc:spChg chg="mod">
          <ac:chgData name="Jacob Wyngaard" userId="6181fcd471e98458" providerId="LiveId" clId="{788BA123-62C9-4DDC-86E5-A6BCA4600216}" dt="2026-01-26T03:51:09.813" v="849" actId="20577"/>
          <ac:spMkLst>
            <pc:docMk/>
            <pc:sldMk cId="2488756970" sldId="299"/>
            <ac:spMk id="12" creationId="{2BE4C6CD-916B-0CA4-4077-8C6B4BC92C0A}"/>
          </ac:spMkLst>
        </pc:spChg>
        <pc:spChg chg="mod">
          <ac:chgData name="Jacob Wyngaard" userId="6181fcd471e98458" providerId="LiveId" clId="{788BA123-62C9-4DDC-86E5-A6BCA4600216}" dt="2026-01-26T03:51:34.326" v="867" actId="20577"/>
          <ac:spMkLst>
            <pc:docMk/>
            <pc:sldMk cId="2488756970" sldId="299"/>
            <ac:spMk id="13" creationId="{56F74C87-7C1C-D9C7-4745-625546206F08}"/>
          </ac:spMkLst>
        </pc:spChg>
        <pc:spChg chg="mod">
          <ac:chgData name="Jacob Wyngaard" userId="6181fcd471e98458" providerId="LiveId" clId="{788BA123-62C9-4DDC-86E5-A6BCA4600216}" dt="2026-01-26T03:52:54.794" v="923" actId="20577"/>
          <ac:spMkLst>
            <pc:docMk/>
            <pc:sldMk cId="2488756970" sldId="299"/>
            <ac:spMk id="15" creationId="{10B6880E-1F99-7BA5-2C62-D99CE57EFCEB}"/>
          </ac:spMkLst>
        </pc:spChg>
      </pc:sldChg>
      <pc:sldChg chg="addSp delSp modSp add mod">
        <pc:chgData name="Jacob Wyngaard" userId="6181fcd471e98458" providerId="LiveId" clId="{788BA123-62C9-4DDC-86E5-A6BCA4600216}" dt="2026-01-26T04:02:48.482" v="1179" actId="20577"/>
        <pc:sldMkLst>
          <pc:docMk/>
          <pc:sldMk cId="3358590728" sldId="300"/>
        </pc:sldMkLst>
        <pc:spChg chg="mod">
          <ac:chgData name="Jacob Wyngaard" userId="6181fcd471e98458" providerId="LiveId" clId="{788BA123-62C9-4DDC-86E5-A6BCA4600216}" dt="2026-01-26T03:54:56.848" v="990" actId="20577"/>
          <ac:spMkLst>
            <pc:docMk/>
            <pc:sldMk cId="3358590728" sldId="300"/>
            <ac:spMk id="2" creationId="{984309B0-81CD-D561-71BB-D9A3DDD111B6}"/>
          </ac:spMkLst>
        </pc:spChg>
        <pc:spChg chg="del">
          <ac:chgData name="Jacob Wyngaard" userId="6181fcd471e98458" providerId="LiveId" clId="{788BA123-62C9-4DDC-86E5-A6BCA4600216}" dt="2026-01-26T03:54:55.213" v="988" actId="478"/>
          <ac:spMkLst>
            <pc:docMk/>
            <pc:sldMk cId="3358590728" sldId="300"/>
            <ac:spMk id="5" creationId="{C71262E8-01FD-480E-47D6-A171B0065076}"/>
          </ac:spMkLst>
        </pc:spChg>
        <pc:spChg chg="del">
          <ac:chgData name="Jacob Wyngaard" userId="6181fcd471e98458" providerId="LiveId" clId="{788BA123-62C9-4DDC-86E5-A6BCA4600216}" dt="2026-01-26T03:54:52.678" v="985" actId="478"/>
          <ac:spMkLst>
            <pc:docMk/>
            <pc:sldMk cId="3358590728" sldId="300"/>
            <ac:spMk id="10" creationId="{9FDEFF13-BCA2-62AC-72C6-BE9DA36FAB05}"/>
          </ac:spMkLst>
        </pc:spChg>
        <pc:spChg chg="add mod">
          <ac:chgData name="Jacob Wyngaard" userId="6181fcd471e98458" providerId="LiveId" clId="{788BA123-62C9-4DDC-86E5-A6BCA4600216}" dt="2026-01-26T03:56:47.524" v="1007" actId="1076"/>
          <ac:spMkLst>
            <pc:docMk/>
            <pc:sldMk cId="3358590728" sldId="300"/>
            <ac:spMk id="11" creationId="{DA79D229-E298-D6E5-CEE8-1A4FC6974420}"/>
          </ac:spMkLst>
        </pc:spChg>
        <pc:spChg chg="del">
          <ac:chgData name="Jacob Wyngaard" userId="6181fcd471e98458" providerId="LiveId" clId="{788BA123-62C9-4DDC-86E5-A6BCA4600216}" dt="2026-01-26T03:54:51.285" v="984" actId="478"/>
          <ac:spMkLst>
            <pc:docMk/>
            <pc:sldMk cId="3358590728" sldId="300"/>
            <ac:spMk id="12" creationId="{62FC89FD-8A83-A1AC-0C92-1C35DE0D6DC1}"/>
          </ac:spMkLst>
        </pc:spChg>
        <pc:spChg chg="del mod">
          <ac:chgData name="Jacob Wyngaard" userId="6181fcd471e98458" providerId="LiveId" clId="{788BA123-62C9-4DDC-86E5-A6BCA4600216}" dt="2026-01-26T03:54:53.950" v="987" actId="478"/>
          <ac:spMkLst>
            <pc:docMk/>
            <pc:sldMk cId="3358590728" sldId="300"/>
            <ac:spMk id="13" creationId="{AE36D716-0E80-F9DD-5791-DE2121791A1F}"/>
          </ac:spMkLst>
        </pc:spChg>
        <pc:spChg chg="add mod">
          <ac:chgData name="Jacob Wyngaard" userId="6181fcd471e98458" providerId="LiveId" clId="{788BA123-62C9-4DDC-86E5-A6BCA4600216}" dt="2026-01-26T03:56:47.524" v="1007" actId="1076"/>
          <ac:spMkLst>
            <pc:docMk/>
            <pc:sldMk cId="3358590728" sldId="300"/>
            <ac:spMk id="15" creationId="{14D2D705-91F7-4A67-C4E8-D39C87C2770A}"/>
          </ac:spMkLst>
        </pc:spChg>
        <pc:spChg chg="add mod">
          <ac:chgData name="Jacob Wyngaard" userId="6181fcd471e98458" providerId="LiveId" clId="{788BA123-62C9-4DDC-86E5-A6BCA4600216}" dt="2026-01-26T03:57:45.193" v="1033" actId="20577"/>
          <ac:spMkLst>
            <pc:docMk/>
            <pc:sldMk cId="3358590728" sldId="300"/>
            <ac:spMk id="16" creationId="{762803A3-F473-7D9E-FC76-B0F177C967A0}"/>
          </ac:spMkLst>
        </pc:spChg>
        <pc:spChg chg="add mod">
          <ac:chgData name="Jacob Wyngaard" userId="6181fcd471e98458" providerId="LiveId" clId="{788BA123-62C9-4DDC-86E5-A6BCA4600216}" dt="2026-01-26T04:02:37.888" v="1169" actId="1076"/>
          <ac:spMkLst>
            <pc:docMk/>
            <pc:sldMk cId="3358590728" sldId="300"/>
            <ac:spMk id="18" creationId="{1EBA4586-3DE3-B782-2566-F6564D1831EF}"/>
          </ac:spMkLst>
        </pc:spChg>
        <pc:spChg chg="add mod">
          <ac:chgData name="Jacob Wyngaard" userId="6181fcd471e98458" providerId="LiveId" clId="{788BA123-62C9-4DDC-86E5-A6BCA4600216}" dt="2026-01-26T04:02:48.482" v="1179" actId="20577"/>
          <ac:spMkLst>
            <pc:docMk/>
            <pc:sldMk cId="3358590728" sldId="300"/>
            <ac:spMk id="19" creationId="{3307C9E4-899D-A40E-14C4-00CAE7A80A9A}"/>
          </ac:spMkLst>
        </pc:spChg>
        <pc:picChg chg="add del mod modCrop">
          <ac:chgData name="Jacob Wyngaard" userId="6181fcd471e98458" providerId="LiveId" clId="{788BA123-62C9-4DDC-86E5-A6BCA4600216}" dt="2026-01-26T04:02:20.927" v="1156" actId="478"/>
          <ac:picMkLst>
            <pc:docMk/>
            <pc:sldMk cId="3358590728" sldId="300"/>
            <ac:picMk id="7" creationId="{64236446-0A5D-F8D3-F8E8-E137E7CE8561}"/>
          </ac:picMkLst>
        </pc:picChg>
      </pc:sldChg>
      <pc:sldChg chg="addSp delSp modSp add mod">
        <pc:chgData name="Jacob Wyngaard" userId="6181fcd471e98458" providerId="LiveId" clId="{788BA123-62C9-4DDC-86E5-A6BCA4600216}" dt="2026-01-26T04:02:11.279" v="1155" actId="16959"/>
        <pc:sldMkLst>
          <pc:docMk/>
          <pc:sldMk cId="1798818284" sldId="301"/>
        </pc:sldMkLst>
        <pc:spChg chg="del">
          <ac:chgData name="Jacob Wyngaard" userId="6181fcd471e98458" providerId="LiveId" clId="{788BA123-62C9-4DDC-86E5-A6BCA4600216}" dt="2026-01-26T03:57:53.737" v="1036" actId="478"/>
          <ac:spMkLst>
            <pc:docMk/>
            <pc:sldMk cId="1798818284" sldId="301"/>
            <ac:spMk id="2" creationId="{6EB6E946-3F63-1AC7-BF65-73B360A57649}"/>
          </ac:spMkLst>
        </pc:spChg>
        <pc:spChg chg="del">
          <ac:chgData name="Jacob Wyngaard" userId="6181fcd471e98458" providerId="LiveId" clId="{788BA123-62C9-4DDC-86E5-A6BCA4600216}" dt="2026-01-26T03:57:55.217" v="1038" actId="478"/>
          <ac:spMkLst>
            <pc:docMk/>
            <pc:sldMk cId="1798818284" sldId="301"/>
            <ac:spMk id="3" creationId="{B6A3F325-7757-DBA3-FCC9-3E465AD99426}"/>
          </ac:spMkLst>
        </pc:spChg>
        <pc:spChg chg="add mod">
          <ac:chgData name="Jacob Wyngaard" userId="6181fcd471e98458" providerId="LiveId" clId="{788BA123-62C9-4DDC-86E5-A6BCA4600216}" dt="2026-01-26T03:58:02.086" v="1041"/>
          <ac:spMkLst>
            <pc:docMk/>
            <pc:sldMk cId="1798818284" sldId="301"/>
            <ac:spMk id="4" creationId="{1AB6B794-FBDA-F71C-68AC-17D584A7872F}"/>
          </ac:spMkLst>
        </pc:spChg>
        <pc:spChg chg="add del mod">
          <ac:chgData name="Jacob Wyngaard" userId="6181fcd471e98458" providerId="LiveId" clId="{788BA123-62C9-4DDC-86E5-A6BCA4600216}" dt="2026-01-26T03:59:43.327" v="1068"/>
          <ac:spMkLst>
            <pc:docMk/>
            <pc:sldMk cId="1798818284" sldId="301"/>
            <ac:spMk id="5" creationId="{E7866E1C-12DF-D454-6C6B-A7CD2905B2B8}"/>
          </ac:spMkLst>
        </pc:spChg>
        <pc:spChg chg="del mod">
          <ac:chgData name="Jacob Wyngaard" userId="6181fcd471e98458" providerId="LiveId" clId="{788BA123-62C9-4DDC-86E5-A6BCA4600216}" dt="2026-01-26T03:57:58.654" v="1040" actId="478"/>
          <ac:spMkLst>
            <pc:docMk/>
            <pc:sldMk cId="1798818284" sldId="301"/>
            <ac:spMk id="11" creationId="{F56EDDBB-51FF-C6DF-10D3-8770EFAA6747}"/>
          </ac:spMkLst>
        </pc:spChg>
        <pc:spChg chg="add mod">
          <ac:chgData name="Jacob Wyngaard" userId="6181fcd471e98458" providerId="LiveId" clId="{788BA123-62C9-4DDC-86E5-A6BCA4600216}" dt="2026-01-26T04:01:07.749" v="1122" actId="1076"/>
          <ac:spMkLst>
            <pc:docMk/>
            <pc:sldMk cId="1798818284" sldId="301"/>
            <ac:spMk id="12" creationId="{F2184BD1-7B03-FE04-3AC1-97D8DA3E237D}"/>
          </ac:spMkLst>
        </pc:spChg>
        <pc:spChg chg="add mod">
          <ac:chgData name="Jacob Wyngaard" userId="6181fcd471e98458" providerId="LiveId" clId="{788BA123-62C9-4DDC-86E5-A6BCA4600216}" dt="2026-01-26T04:02:11.279" v="1155" actId="16959"/>
          <ac:spMkLst>
            <pc:docMk/>
            <pc:sldMk cId="1798818284" sldId="301"/>
            <ac:spMk id="13" creationId="{83B935FA-77F6-59F6-43E8-4F4A0AAB60BF}"/>
          </ac:spMkLst>
        </pc:spChg>
        <pc:spChg chg="del">
          <ac:chgData name="Jacob Wyngaard" userId="6181fcd471e98458" providerId="LiveId" clId="{788BA123-62C9-4DDC-86E5-A6BCA4600216}" dt="2026-01-26T03:57:54.438" v="1037" actId="478"/>
          <ac:spMkLst>
            <pc:docMk/>
            <pc:sldMk cId="1798818284" sldId="301"/>
            <ac:spMk id="14" creationId="{AA52677E-C4D0-B900-11B1-6978485CC5A5}"/>
          </ac:spMkLst>
        </pc:spChg>
        <pc:spChg chg="mod">
          <ac:chgData name="Jacob Wyngaard" userId="6181fcd471e98458" providerId="LiveId" clId="{788BA123-62C9-4DDC-86E5-A6BCA4600216}" dt="2026-01-26T03:58:06.007" v="1042" actId="1076"/>
          <ac:spMkLst>
            <pc:docMk/>
            <pc:sldMk cId="1798818284" sldId="301"/>
            <ac:spMk id="15" creationId="{28D840CF-9E68-60B6-9EF2-650C7CEFA208}"/>
          </ac:spMkLst>
        </pc:spChg>
        <pc:spChg chg="mod">
          <ac:chgData name="Jacob Wyngaard" userId="6181fcd471e98458" providerId="LiveId" clId="{788BA123-62C9-4DDC-86E5-A6BCA4600216}" dt="2026-01-26T03:59:32.124" v="1063" actId="1076"/>
          <ac:spMkLst>
            <pc:docMk/>
            <pc:sldMk cId="1798818284" sldId="301"/>
            <ac:spMk id="16" creationId="{A339680F-6489-51C2-23F0-68F53B60D781}"/>
          </ac:spMkLst>
        </pc:spChg>
        <pc:spChg chg="add mod">
          <ac:chgData name="Jacob Wyngaard" userId="6181fcd471e98458" providerId="LiveId" clId="{788BA123-62C9-4DDC-86E5-A6BCA4600216}" dt="2026-01-26T04:02:07.250" v="1154" actId="1076"/>
          <ac:spMkLst>
            <pc:docMk/>
            <pc:sldMk cId="1798818284" sldId="301"/>
            <ac:spMk id="17" creationId="{3311CAF4-7D54-BA68-E464-AC5EB052377C}"/>
          </ac:spMkLst>
        </pc:spChg>
        <pc:picChg chg="del">
          <ac:chgData name="Jacob Wyngaard" userId="6181fcd471e98458" providerId="LiveId" clId="{788BA123-62C9-4DDC-86E5-A6BCA4600216}" dt="2026-01-26T03:57:52.190" v="1035" actId="478"/>
          <ac:picMkLst>
            <pc:docMk/>
            <pc:sldMk cId="1798818284" sldId="301"/>
            <ac:picMk id="7" creationId="{016EC42D-85B5-F247-B061-6EE79F8F5BAA}"/>
          </ac:picMkLst>
        </pc:picChg>
      </pc:sldChg>
      <pc:sldChg chg="addSp delSp modSp add mod">
        <pc:chgData name="Jacob Wyngaard" userId="6181fcd471e98458" providerId="LiveId" clId="{788BA123-62C9-4DDC-86E5-A6BCA4600216}" dt="2026-01-26T04:18:21.131" v="1584"/>
        <pc:sldMkLst>
          <pc:docMk/>
          <pc:sldMk cId="3107839410" sldId="302"/>
        </pc:sldMkLst>
        <pc:spChg chg="add mod">
          <ac:chgData name="Jacob Wyngaard" userId="6181fcd471e98458" providerId="LiveId" clId="{788BA123-62C9-4DDC-86E5-A6BCA4600216}" dt="2026-01-26T04:04:09.416" v="1229" actId="20577"/>
          <ac:spMkLst>
            <pc:docMk/>
            <pc:sldMk cId="3107839410" sldId="302"/>
            <ac:spMk id="2" creationId="{81BD5F17-4351-56F5-600E-62C8035B64EC}"/>
          </ac:spMkLst>
        </pc:spChg>
        <pc:spChg chg="add mod">
          <ac:chgData name="Jacob Wyngaard" userId="6181fcd471e98458" providerId="LiveId" clId="{788BA123-62C9-4DDC-86E5-A6BCA4600216}" dt="2026-01-26T04:16:53.896" v="1560" actId="20577"/>
          <ac:spMkLst>
            <pc:docMk/>
            <pc:sldMk cId="3107839410" sldId="302"/>
            <ac:spMk id="3" creationId="{805399D8-1991-66C7-6FD4-918F2C726A39}"/>
          </ac:spMkLst>
        </pc:spChg>
        <pc:spChg chg="del">
          <ac:chgData name="Jacob Wyngaard" userId="6181fcd471e98458" providerId="LiveId" clId="{788BA123-62C9-4DDC-86E5-A6BCA4600216}" dt="2026-01-26T04:03:15.969" v="1181" actId="478"/>
          <ac:spMkLst>
            <pc:docMk/>
            <pc:sldMk cId="3107839410" sldId="302"/>
            <ac:spMk id="4" creationId="{99EEB5E6-9867-E0D9-CED0-63D7EC3DA051}"/>
          </ac:spMkLst>
        </pc:spChg>
        <pc:spChg chg="add mod">
          <ac:chgData name="Jacob Wyngaard" userId="6181fcd471e98458" providerId="LiveId" clId="{788BA123-62C9-4DDC-86E5-A6BCA4600216}" dt="2026-01-26T04:04:12.125" v="1232" actId="20577"/>
          <ac:spMkLst>
            <pc:docMk/>
            <pc:sldMk cId="3107839410" sldId="302"/>
            <ac:spMk id="5" creationId="{87589125-13D7-858A-A9A6-38B29540DDD2}"/>
          </ac:spMkLst>
        </pc:spChg>
        <pc:spChg chg="add mod">
          <ac:chgData name="Jacob Wyngaard" userId="6181fcd471e98458" providerId="LiveId" clId="{788BA123-62C9-4DDC-86E5-A6BCA4600216}" dt="2026-01-26T04:05:36.581" v="1281"/>
          <ac:spMkLst>
            <pc:docMk/>
            <pc:sldMk cId="3107839410" sldId="302"/>
            <ac:spMk id="7" creationId="{EB222B3F-62DD-E5C5-44CE-702532D3F974}"/>
          </ac:spMkLst>
        </pc:spChg>
        <pc:spChg chg="mod">
          <ac:chgData name="Jacob Wyngaard" userId="6181fcd471e98458" providerId="LiveId" clId="{788BA123-62C9-4DDC-86E5-A6BCA4600216}" dt="2026-01-26T04:12:28.037" v="1475" actId="1076"/>
          <ac:spMkLst>
            <pc:docMk/>
            <pc:sldMk cId="3107839410" sldId="302"/>
            <ac:spMk id="9" creationId="{93D98864-32C8-5D6F-CF26-14AE6EBD421E}"/>
          </ac:spMkLst>
        </pc:spChg>
        <pc:spChg chg="add mod">
          <ac:chgData name="Jacob Wyngaard" userId="6181fcd471e98458" providerId="LiveId" clId="{788BA123-62C9-4DDC-86E5-A6BCA4600216}" dt="2026-01-26T04:17:11.179" v="1566" actId="20577"/>
          <ac:spMkLst>
            <pc:docMk/>
            <pc:sldMk cId="3107839410" sldId="302"/>
            <ac:spMk id="10" creationId="{3DAE721D-21F9-AA48-126F-0E389B865F38}"/>
          </ac:spMkLst>
        </pc:spChg>
        <pc:spChg chg="add mod">
          <ac:chgData name="Jacob Wyngaard" userId="6181fcd471e98458" providerId="LiveId" clId="{788BA123-62C9-4DDC-86E5-A6BCA4600216}" dt="2026-01-26T04:17:38.358" v="1574" actId="20577"/>
          <ac:spMkLst>
            <pc:docMk/>
            <pc:sldMk cId="3107839410" sldId="302"/>
            <ac:spMk id="11" creationId="{C4D56CA5-C6E2-F78D-AA4F-8F880354F4FA}"/>
          </ac:spMkLst>
        </pc:spChg>
        <pc:spChg chg="del">
          <ac:chgData name="Jacob Wyngaard" userId="6181fcd471e98458" providerId="LiveId" clId="{788BA123-62C9-4DDC-86E5-A6BCA4600216}" dt="2026-01-26T04:03:19.071" v="1182" actId="478"/>
          <ac:spMkLst>
            <pc:docMk/>
            <pc:sldMk cId="3107839410" sldId="302"/>
            <ac:spMk id="12" creationId="{E9DC4707-A3A9-AF5B-E05B-CE852A83DE3C}"/>
          </ac:spMkLst>
        </pc:spChg>
        <pc:spChg chg="del">
          <ac:chgData name="Jacob Wyngaard" userId="6181fcd471e98458" providerId="LiveId" clId="{788BA123-62C9-4DDC-86E5-A6BCA4600216}" dt="2026-01-26T04:03:15.969" v="1181" actId="478"/>
          <ac:spMkLst>
            <pc:docMk/>
            <pc:sldMk cId="3107839410" sldId="302"/>
            <ac:spMk id="13" creationId="{0A365AFA-9015-9943-E1B0-F655A831B9C4}"/>
          </ac:spMkLst>
        </pc:spChg>
        <pc:spChg chg="add mod">
          <ac:chgData name="Jacob Wyngaard" userId="6181fcd471e98458" providerId="LiveId" clId="{788BA123-62C9-4DDC-86E5-A6BCA4600216}" dt="2026-01-26T04:18:21.131" v="1584"/>
          <ac:spMkLst>
            <pc:docMk/>
            <pc:sldMk cId="3107839410" sldId="302"/>
            <ac:spMk id="14" creationId="{36335A34-EAB9-79CF-9D8A-8A47303B7592}"/>
          </ac:spMkLst>
        </pc:spChg>
        <pc:spChg chg="del">
          <ac:chgData name="Jacob Wyngaard" userId="6181fcd471e98458" providerId="LiveId" clId="{788BA123-62C9-4DDC-86E5-A6BCA4600216}" dt="2026-01-26T04:03:15.969" v="1181" actId="478"/>
          <ac:spMkLst>
            <pc:docMk/>
            <pc:sldMk cId="3107839410" sldId="302"/>
            <ac:spMk id="15" creationId="{88DD9174-FAFA-FD0A-21CC-17DC977C2C0E}"/>
          </ac:spMkLst>
        </pc:spChg>
        <pc:spChg chg="del">
          <ac:chgData name="Jacob Wyngaard" userId="6181fcd471e98458" providerId="LiveId" clId="{788BA123-62C9-4DDC-86E5-A6BCA4600216}" dt="2026-01-26T04:03:15.969" v="1181" actId="478"/>
          <ac:spMkLst>
            <pc:docMk/>
            <pc:sldMk cId="3107839410" sldId="302"/>
            <ac:spMk id="16" creationId="{3F679FBD-CA7A-F436-F604-64EA5CAAF779}"/>
          </ac:spMkLst>
        </pc:spChg>
        <pc:spChg chg="del">
          <ac:chgData name="Jacob Wyngaard" userId="6181fcd471e98458" providerId="LiveId" clId="{788BA123-62C9-4DDC-86E5-A6BCA4600216}" dt="2026-01-26T04:03:15.969" v="1181" actId="478"/>
          <ac:spMkLst>
            <pc:docMk/>
            <pc:sldMk cId="3107839410" sldId="302"/>
            <ac:spMk id="17" creationId="{ED772544-F499-B7B0-C720-52ABCC3AC01A}"/>
          </ac:spMkLst>
        </pc:spChg>
      </pc:sldChg>
      <pc:sldChg chg="modSp add del mod">
        <pc:chgData name="Jacob Wyngaard" userId="6181fcd471e98458" providerId="LiveId" clId="{788BA123-62C9-4DDC-86E5-A6BCA4600216}" dt="2026-01-26T04:12:46.999" v="1479" actId="47"/>
        <pc:sldMkLst>
          <pc:docMk/>
          <pc:sldMk cId="3494948663" sldId="303"/>
        </pc:sldMkLst>
        <pc:spChg chg="mod">
          <ac:chgData name="Jacob Wyngaard" userId="6181fcd471e98458" providerId="LiveId" clId="{788BA123-62C9-4DDC-86E5-A6BCA4600216}" dt="2026-01-26T04:12:32.404" v="1476" actId="1076"/>
          <ac:spMkLst>
            <pc:docMk/>
            <pc:sldMk cId="3494948663" sldId="303"/>
            <ac:spMk id="9" creationId="{1604AD8B-640A-5FBA-E7FC-291578478AF7}"/>
          </ac:spMkLst>
        </pc:spChg>
      </pc:sldChg>
      <pc:sldChg chg="addSp delSp modSp add mod ord">
        <pc:chgData name="Jacob Wyngaard" userId="6181fcd471e98458" providerId="LiveId" clId="{788BA123-62C9-4DDC-86E5-A6BCA4600216}" dt="2026-01-26T04:21:22.512" v="1667" actId="20577"/>
        <pc:sldMkLst>
          <pc:docMk/>
          <pc:sldMk cId="3156543264" sldId="304"/>
        </pc:sldMkLst>
        <pc:spChg chg="add mod">
          <ac:chgData name="Jacob Wyngaard" userId="6181fcd471e98458" providerId="LiveId" clId="{788BA123-62C9-4DDC-86E5-A6BCA4600216}" dt="2026-01-26T04:14:48.635" v="1524" actId="20577"/>
          <ac:spMkLst>
            <pc:docMk/>
            <pc:sldMk cId="3156543264" sldId="304"/>
            <ac:spMk id="2" creationId="{BE0AFAFC-F25B-5CCF-AF63-47B90CCCEBA2}"/>
          </ac:spMkLst>
        </pc:spChg>
        <pc:spChg chg="add mod">
          <ac:chgData name="Jacob Wyngaard" userId="6181fcd471e98458" providerId="LiveId" clId="{788BA123-62C9-4DDC-86E5-A6BCA4600216}" dt="2026-01-26T04:12:36.171" v="1478"/>
          <ac:spMkLst>
            <pc:docMk/>
            <pc:sldMk cId="3156543264" sldId="304"/>
            <ac:spMk id="3" creationId="{1C1F98AA-5C34-DE63-3057-E98184CE9156}"/>
          </ac:spMkLst>
        </pc:spChg>
        <pc:spChg chg="mod">
          <ac:chgData name="Jacob Wyngaard" userId="6181fcd471e98458" providerId="LiveId" clId="{788BA123-62C9-4DDC-86E5-A6BCA4600216}" dt="2026-01-26T04:21:15.889" v="1663"/>
          <ac:spMkLst>
            <pc:docMk/>
            <pc:sldMk cId="3156543264" sldId="304"/>
            <ac:spMk id="4" creationId="{2A7B343B-42E0-E91B-723E-908B1B13635E}"/>
          </ac:spMkLst>
        </pc:spChg>
        <pc:spChg chg="mod">
          <ac:chgData name="Jacob Wyngaard" userId="6181fcd471e98458" providerId="LiveId" clId="{788BA123-62C9-4DDC-86E5-A6BCA4600216}" dt="2026-01-26T04:10:12.842" v="1428" actId="14100"/>
          <ac:spMkLst>
            <pc:docMk/>
            <pc:sldMk cId="3156543264" sldId="304"/>
            <ac:spMk id="7" creationId="{B2859ED0-4026-8E70-3CF9-A898FAB3A0F7}"/>
          </ac:spMkLst>
        </pc:spChg>
        <pc:spChg chg="del">
          <ac:chgData name="Jacob Wyngaard" userId="6181fcd471e98458" providerId="LiveId" clId="{788BA123-62C9-4DDC-86E5-A6BCA4600216}" dt="2026-01-26T04:12:35.875" v="1477" actId="478"/>
          <ac:spMkLst>
            <pc:docMk/>
            <pc:sldMk cId="3156543264" sldId="304"/>
            <ac:spMk id="9" creationId="{DE6579D6-B6BD-8DCD-8C5D-7007DECA6F6B}"/>
          </ac:spMkLst>
        </pc:spChg>
        <pc:spChg chg="mod">
          <ac:chgData name="Jacob Wyngaard" userId="6181fcd471e98458" providerId="LiveId" clId="{788BA123-62C9-4DDC-86E5-A6BCA4600216}" dt="2026-01-26T04:21:22.512" v="1667" actId="20577"/>
          <ac:spMkLst>
            <pc:docMk/>
            <pc:sldMk cId="3156543264" sldId="304"/>
            <ac:spMk id="11" creationId="{D388077A-2259-06B9-BD48-940554552C57}"/>
          </ac:spMkLst>
        </pc:spChg>
        <pc:spChg chg="del">
          <ac:chgData name="Jacob Wyngaard" userId="6181fcd471e98458" providerId="LiveId" clId="{788BA123-62C9-4DDC-86E5-A6BCA4600216}" dt="2026-01-26T04:08:38.478" v="1344" actId="478"/>
          <ac:spMkLst>
            <pc:docMk/>
            <pc:sldMk cId="3156543264" sldId="304"/>
            <ac:spMk id="12" creationId="{D43E3097-154B-49C2-E36B-63F023FEADDF}"/>
          </ac:spMkLst>
        </pc:spChg>
        <pc:spChg chg="mod">
          <ac:chgData name="Jacob Wyngaard" userId="6181fcd471e98458" providerId="LiveId" clId="{788BA123-62C9-4DDC-86E5-A6BCA4600216}" dt="2026-01-26T04:14:51.029" v="1526" actId="20577"/>
          <ac:spMkLst>
            <pc:docMk/>
            <pc:sldMk cId="3156543264" sldId="304"/>
            <ac:spMk id="13" creationId="{2CD523FE-86D9-C3BF-8D4D-E1D034F3FC5D}"/>
          </ac:spMkLst>
        </pc:spChg>
        <pc:spChg chg="mod">
          <ac:chgData name="Jacob Wyngaard" userId="6181fcd471e98458" providerId="LiveId" clId="{788BA123-62C9-4DDC-86E5-A6BCA4600216}" dt="2026-01-26T04:21:14.149" v="1662" actId="1076"/>
          <ac:spMkLst>
            <pc:docMk/>
            <pc:sldMk cId="3156543264" sldId="304"/>
            <ac:spMk id="14" creationId="{97A13AFD-7B5B-9B5B-9B41-072C9D665DE0}"/>
          </ac:spMkLst>
        </pc:spChg>
        <pc:spChg chg="mod">
          <ac:chgData name="Jacob Wyngaard" userId="6181fcd471e98458" providerId="LiveId" clId="{788BA123-62C9-4DDC-86E5-A6BCA4600216}" dt="2026-01-26T04:15:24.857" v="1530" actId="20577"/>
          <ac:spMkLst>
            <pc:docMk/>
            <pc:sldMk cId="3156543264" sldId="304"/>
            <ac:spMk id="15" creationId="{F26B6538-578E-861B-E9E6-87EA8D7A6FB2}"/>
          </ac:spMkLst>
        </pc:spChg>
      </pc:sldChg>
      <pc:sldChg chg="modSp add ord">
        <pc:chgData name="Jacob Wyngaard" userId="6181fcd471e98458" providerId="LiveId" clId="{788BA123-62C9-4DDC-86E5-A6BCA4600216}" dt="2026-01-26T04:13:52.832" v="1492" actId="20577"/>
        <pc:sldMkLst>
          <pc:docMk/>
          <pc:sldMk cId="4100047074" sldId="305"/>
        </pc:sldMkLst>
        <pc:spChg chg="mod">
          <ac:chgData name="Jacob Wyngaard" userId="6181fcd471e98458" providerId="LiveId" clId="{788BA123-62C9-4DDC-86E5-A6BCA4600216}" dt="2026-01-26T04:13:52.832" v="1492" actId="20577"/>
          <ac:spMkLst>
            <pc:docMk/>
            <pc:sldMk cId="4100047074" sldId="305"/>
            <ac:spMk id="3" creationId="{6EFACBAB-63EB-2D04-3706-D44C98A53187}"/>
          </ac:spMkLst>
        </pc:spChg>
        <pc:spChg chg="mod">
          <ac:chgData name="Jacob Wyngaard" userId="6181fcd471e98458" providerId="LiveId" clId="{788BA123-62C9-4DDC-86E5-A6BCA4600216}" dt="2026-01-26T04:13:36.810" v="1486" actId="20577"/>
          <ac:spMkLst>
            <pc:docMk/>
            <pc:sldMk cId="4100047074" sldId="305"/>
            <ac:spMk id="10" creationId="{A4C7E3CA-ABF6-2D27-77E1-F16B0FD749E4}"/>
          </ac:spMkLst>
        </pc:spChg>
        <pc:spChg chg="mod">
          <ac:chgData name="Jacob Wyngaard" userId="6181fcd471e98458" providerId="LiveId" clId="{788BA123-62C9-4DDC-86E5-A6BCA4600216}" dt="2026-01-26T04:13:31.216" v="1483"/>
          <ac:spMkLst>
            <pc:docMk/>
            <pc:sldMk cId="4100047074" sldId="305"/>
            <ac:spMk id="11" creationId="{E09519C9-EA48-179E-A742-7EA2267B87F2}"/>
          </ac:spMkLst>
        </pc:spChg>
        <pc:spChg chg="mod">
          <ac:chgData name="Jacob Wyngaard" userId="6181fcd471e98458" providerId="LiveId" clId="{788BA123-62C9-4DDC-86E5-A6BCA4600216}" dt="2026-01-26T04:13:34.375" v="1484"/>
          <ac:spMkLst>
            <pc:docMk/>
            <pc:sldMk cId="4100047074" sldId="305"/>
            <ac:spMk id="14" creationId="{7ECCC040-14AB-BAE6-7697-0D81E3411FCA}"/>
          </ac:spMkLst>
        </pc:spChg>
      </pc:sldChg>
      <pc:sldChg chg="modSp add mod">
        <pc:chgData name="Jacob Wyngaard" userId="6181fcd471e98458" providerId="LiveId" clId="{788BA123-62C9-4DDC-86E5-A6BCA4600216}" dt="2026-01-26T04:21:10.904" v="1660" actId="20577"/>
        <pc:sldMkLst>
          <pc:docMk/>
          <pc:sldMk cId="3650193532" sldId="306"/>
        </pc:sldMkLst>
        <pc:spChg chg="mod">
          <ac:chgData name="Jacob Wyngaard" userId="6181fcd471e98458" providerId="LiveId" clId="{788BA123-62C9-4DDC-86E5-A6BCA4600216}" dt="2026-01-26T04:18:46.107" v="1589" actId="20577"/>
          <ac:spMkLst>
            <pc:docMk/>
            <pc:sldMk cId="3650193532" sldId="306"/>
            <ac:spMk id="2" creationId="{2684936D-51E3-3FE4-1B65-8F53D6AEB61D}"/>
          </ac:spMkLst>
        </pc:spChg>
        <pc:spChg chg="mod">
          <ac:chgData name="Jacob Wyngaard" userId="6181fcd471e98458" providerId="LiveId" clId="{788BA123-62C9-4DDC-86E5-A6BCA4600216}" dt="2026-01-26T04:21:06.084" v="1657" actId="6549"/>
          <ac:spMkLst>
            <pc:docMk/>
            <pc:sldMk cId="3650193532" sldId="306"/>
            <ac:spMk id="4" creationId="{12890847-F06A-0B7F-059F-95405E746CB5}"/>
          </ac:spMkLst>
        </pc:spChg>
        <pc:spChg chg="mod">
          <ac:chgData name="Jacob Wyngaard" userId="6181fcd471e98458" providerId="LiveId" clId="{788BA123-62C9-4DDC-86E5-A6BCA4600216}" dt="2026-01-26T04:19:32.481" v="1609"/>
          <ac:spMkLst>
            <pc:docMk/>
            <pc:sldMk cId="3650193532" sldId="306"/>
            <ac:spMk id="7" creationId="{1841FA99-0D13-1791-8D85-6443162DAADF}"/>
          </ac:spMkLst>
        </pc:spChg>
        <pc:spChg chg="mod">
          <ac:chgData name="Jacob Wyngaard" userId="6181fcd471e98458" providerId="LiveId" clId="{788BA123-62C9-4DDC-86E5-A6BCA4600216}" dt="2026-01-26T04:21:10.904" v="1660" actId="20577"/>
          <ac:spMkLst>
            <pc:docMk/>
            <pc:sldMk cId="3650193532" sldId="306"/>
            <ac:spMk id="11" creationId="{D019D547-6412-EAD2-FE95-E9EC6D666FEE}"/>
          </ac:spMkLst>
        </pc:spChg>
        <pc:spChg chg="mod">
          <ac:chgData name="Jacob Wyngaard" userId="6181fcd471e98458" providerId="LiveId" clId="{788BA123-62C9-4DDC-86E5-A6BCA4600216}" dt="2026-01-26T04:19:21.795" v="1605" actId="20577"/>
          <ac:spMkLst>
            <pc:docMk/>
            <pc:sldMk cId="3650193532" sldId="306"/>
            <ac:spMk id="13" creationId="{C8D711F1-2D92-717F-1CDE-0CB409B0BEE6}"/>
          </ac:spMkLst>
        </pc:spChg>
        <pc:spChg chg="mod">
          <ac:chgData name="Jacob Wyngaard" userId="6181fcd471e98458" providerId="LiveId" clId="{788BA123-62C9-4DDC-86E5-A6BCA4600216}" dt="2026-01-26T04:20:17.357" v="1627" actId="1076"/>
          <ac:spMkLst>
            <pc:docMk/>
            <pc:sldMk cId="3650193532" sldId="306"/>
            <ac:spMk id="14" creationId="{646F746E-CDDA-B97F-F972-B03A1C368ED9}"/>
          </ac:spMkLst>
        </pc:spChg>
        <pc:spChg chg="mod">
          <ac:chgData name="Jacob Wyngaard" userId="6181fcd471e98458" providerId="LiveId" clId="{788BA123-62C9-4DDC-86E5-A6BCA4600216}" dt="2026-01-26T04:20:51.826" v="1651" actId="20577"/>
          <ac:spMkLst>
            <pc:docMk/>
            <pc:sldMk cId="3650193532" sldId="306"/>
            <ac:spMk id="15" creationId="{CFDE9C40-8EB1-FEB6-3032-96475E6AA9DA}"/>
          </ac:spMkLst>
        </pc:spChg>
      </pc:sldChg>
      <pc:sldChg chg="addSp delSp modSp add mod">
        <pc:chgData name="Jacob Wyngaard" userId="6181fcd471e98458" providerId="LiveId" clId="{788BA123-62C9-4DDC-86E5-A6BCA4600216}" dt="2026-01-26T04:39:49.826" v="2066" actId="1076"/>
        <pc:sldMkLst>
          <pc:docMk/>
          <pc:sldMk cId="4284275752" sldId="307"/>
        </pc:sldMkLst>
        <pc:spChg chg="mod">
          <ac:chgData name="Jacob Wyngaard" userId="6181fcd471e98458" providerId="LiveId" clId="{788BA123-62C9-4DDC-86E5-A6BCA4600216}" dt="2026-01-26T04:33:07.196" v="1802" actId="1076"/>
          <ac:spMkLst>
            <pc:docMk/>
            <pc:sldMk cId="4284275752" sldId="307"/>
            <ac:spMk id="2" creationId="{1798333D-00D7-95FF-06A2-95572A26C84B}"/>
          </ac:spMkLst>
        </pc:spChg>
        <pc:spChg chg="mod">
          <ac:chgData name="Jacob Wyngaard" userId="6181fcd471e98458" providerId="LiveId" clId="{788BA123-62C9-4DDC-86E5-A6BCA4600216}" dt="2026-01-26T04:31:41.752" v="1720" actId="1076"/>
          <ac:spMkLst>
            <pc:docMk/>
            <pc:sldMk cId="4284275752" sldId="307"/>
            <ac:spMk id="3" creationId="{C9F5FC27-B513-9289-26E9-125B0188B92D}"/>
          </ac:spMkLst>
        </pc:spChg>
        <pc:spChg chg="del">
          <ac:chgData name="Jacob Wyngaard" userId="6181fcd471e98458" providerId="LiveId" clId="{788BA123-62C9-4DDC-86E5-A6BCA4600216}" dt="2026-01-26T04:33:18.926" v="1803" actId="478"/>
          <ac:spMkLst>
            <pc:docMk/>
            <pc:sldMk cId="4284275752" sldId="307"/>
            <ac:spMk id="4" creationId="{1E239688-AF60-8A4F-805F-F6AB68404D98}"/>
          </ac:spMkLst>
        </pc:spChg>
        <pc:spChg chg="del mod">
          <ac:chgData name="Jacob Wyngaard" userId="6181fcd471e98458" providerId="LiveId" clId="{788BA123-62C9-4DDC-86E5-A6BCA4600216}" dt="2026-01-26T04:32:00.483" v="1736" actId="478"/>
          <ac:spMkLst>
            <pc:docMk/>
            <pc:sldMk cId="4284275752" sldId="307"/>
            <ac:spMk id="5" creationId="{508940DA-DC83-95F7-34A8-D5F32293CC5D}"/>
          </ac:spMkLst>
        </pc:spChg>
        <pc:spChg chg="mod">
          <ac:chgData name="Jacob Wyngaard" userId="6181fcd471e98458" providerId="LiveId" clId="{788BA123-62C9-4DDC-86E5-A6BCA4600216}" dt="2026-01-26T04:32:40.359" v="1787" actId="1076"/>
          <ac:spMkLst>
            <pc:docMk/>
            <pc:sldMk cId="4284275752" sldId="307"/>
            <ac:spMk id="7" creationId="{8E50219C-A70D-F998-0122-8F89C780F38A}"/>
          </ac:spMkLst>
        </pc:spChg>
        <pc:spChg chg="add mod">
          <ac:chgData name="Jacob Wyngaard" userId="6181fcd471e98458" providerId="LiveId" clId="{788BA123-62C9-4DDC-86E5-A6BCA4600216}" dt="2026-01-26T04:33:48.553" v="1884" actId="14100"/>
          <ac:spMkLst>
            <pc:docMk/>
            <pc:sldMk cId="4284275752" sldId="307"/>
            <ac:spMk id="9" creationId="{E382FF51-F9FA-76F6-A5ED-C4806283A5DA}"/>
          </ac:spMkLst>
        </pc:spChg>
        <pc:spChg chg="del">
          <ac:chgData name="Jacob Wyngaard" userId="6181fcd471e98458" providerId="LiveId" clId="{788BA123-62C9-4DDC-86E5-A6BCA4600216}" dt="2026-01-26T04:33:20.851" v="1804" actId="478"/>
          <ac:spMkLst>
            <pc:docMk/>
            <pc:sldMk cId="4284275752" sldId="307"/>
            <ac:spMk id="11" creationId="{B6123650-7A86-5E2D-1D5B-5142D796AF59}"/>
          </ac:spMkLst>
        </pc:spChg>
        <pc:spChg chg="del mod">
          <ac:chgData name="Jacob Wyngaard" userId="6181fcd471e98458" providerId="LiveId" clId="{788BA123-62C9-4DDC-86E5-A6BCA4600216}" dt="2026-01-26T04:33:22.604" v="1806" actId="478"/>
          <ac:spMkLst>
            <pc:docMk/>
            <pc:sldMk cId="4284275752" sldId="307"/>
            <ac:spMk id="13" creationId="{92F43752-1EC6-38D8-5C74-F8D304DA6538}"/>
          </ac:spMkLst>
        </pc:spChg>
        <pc:spChg chg="del">
          <ac:chgData name="Jacob Wyngaard" userId="6181fcd471e98458" providerId="LiveId" clId="{788BA123-62C9-4DDC-86E5-A6BCA4600216}" dt="2026-01-26T04:33:21.557" v="1805" actId="478"/>
          <ac:spMkLst>
            <pc:docMk/>
            <pc:sldMk cId="4284275752" sldId="307"/>
            <ac:spMk id="14" creationId="{50F3AF16-0240-DE48-F376-983A8F9497E8}"/>
          </ac:spMkLst>
        </pc:spChg>
        <pc:spChg chg="del">
          <ac:chgData name="Jacob Wyngaard" userId="6181fcd471e98458" providerId="LiveId" clId="{788BA123-62C9-4DDC-86E5-A6BCA4600216}" dt="2026-01-26T04:33:23.256" v="1807" actId="478"/>
          <ac:spMkLst>
            <pc:docMk/>
            <pc:sldMk cId="4284275752" sldId="307"/>
            <ac:spMk id="15" creationId="{09516ABF-8352-8C72-4228-9FD6D15062D0}"/>
          </ac:spMkLst>
        </pc:spChg>
        <pc:spChg chg="add mod">
          <ac:chgData name="Jacob Wyngaard" userId="6181fcd471e98458" providerId="LiveId" clId="{788BA123-62C9-4DDC-86E5-A6BCA4600216}" dt="2026-01-26T04:39:35.416" v="2059" actId="1076"/>
          <ac:spMkLst>
            <pc:docMk/>
            <pc:sldMk cId="4284275752" sldId="307"/>
            <ac:spMk id="22" creationId="{4A09FF7C-D2A8-5D34-9709-2D407F27D4FA}"/>
          </ac:spMkLst>
        </pc:spChg>
        <pc:spChg chg="add del mod">
          <ac:chgData name="Jacob Wyngaard" userId="6181fcd471e98458" providerId="LiveId" clId="{788BA123-62C9-4DDC-86E5-A6BCA4600216}" dt="2026-01-26T04:39:02.299" v="2032" actId="478"/>
          <ac:spMkLst>
            <pc:docMk/>
            <pc:sldMk cId="4284275752" sldId="307"/>
            <ac:spMk id="23" creationId="{8777CABA-C14E-9421-0F63-BDADC53448B7}"/>
          </ac:spMkLst>
        </pc:spChg>
        <pc:spChg chg="add mod">
          <ac:chgData name="Jacob Wyngaard" userId="6181fcd471e98458" providerId="LiveId" clId="{788BA123-62C9-4DDC-86E5-A6BCA4600216}" dt="2026-01-26T04:39:23.174" v="2043" actId="1076"/>
          <ac:spMkLst>
            <pc:docMk/>
            <pc:sldMk cId="4284275752" sldId="307"/>
            <ac:spMk id="24" creationId="{65B3368D-2549-CC8F-684C-70125BA83678}"/>
          </ac:spMkLst>
        </pc:spChg>
        <pc:spChg chg="add mod">
          <ac:chgData name="Jacob Wyngaard" userId="6181fcd471e98458" providerId="LiveId" clId="{788BA123-62C9-4DDC-86E5-A6BCA4600216}" dt="2026-01-26T04:39:44.510" v="2064" actId="1037"/>
          <ac:spMkLst>
            <pc:docMk/>
            <pc:sldMk cId="4284275752" sldId="307"/>
            <ac:spMk id="25" creationId="{D37921FF-1E3D-CD51-5B16-0481CDAEB701}"/>
          </ac:spMkLst>
        </pc:spChg>
        <pc:spChg chg="add mod">
          <ac:chgData name="Jacob Wyngaard" userId="6181fcd471e98458" providerId="LiveId" clId="{788BA123-62C9-4DDC-86E5-A6BCA4600216}" dt="2026-01-26T04:39:49.826" v="2066" actId="1076"/>
          <ac:spMkLst>
            <pc:docMk/>
            <pc:sldMk cId="4284275752" sldId="307"/>
            <ac:spMk id="26" creationId="{7F2D2F7C-5CF0-2CDE-54B0-433F739FEA47}"/>
          </ac:spMkLst>
        </pc:spChg>
        <pc:picChg chg="add del mod">
          <ac:chgData name="Jacob Wyngaard" userId="6181fcd471e98458" providerId="LiveId" clId="{788BA123-62C9-4DDC-86E5-A6BCA4600216}" dt="2026-01-26T04:34:02.417" v="1888" actId="478"/>
          <ac:picMkLst>
            <pc:docMk/>
            <pc:sldMk cId="4284275752" sldId="307"/>
            <ac:picMk id="12" creationId="{2BA21465-939D-3040-EF40-A1AFF044B7BB}"/>
          </ac:picMkLst>
        </pc:picChg>
        <pc:picChg chg="add del mod">
          <ac:chgData name="Jacob Wyngaard" userId="6181fcd471e98458" providerId="LiveId" clId="{788BA123-62C9-4DDC-86E5-A6BCA4600216}" dt="2026-01-26T04:36:59.628" v="2001" actId="478"/>
          <ac:picMkLst>
            <pc:docMk/>
            <pc:sldMk cId="4284275752" sldId="307"/>
            <ac:picMk id="17" creationId="{05391B81-22E2-72A5-0EA5-096D309D8A3B}"/>
          </ac:picMkLst>
        </pc:picChg>
        <pc:picChg chg="add mod modCrop">
          <ac:chgData name="Jacob Wyngaard" userId="6181fcd471e98458" providerId="LiveId" clId="{788BA123-62C9-4DDC-86E5-A6BCA4600216}" dt="2026-01-26T04:38:38.793" v="2017" actId="1076"/>
          <ac:picMkLst>
            <pc:docMk/>
            <pc:sldMk cId="4284275752" sldId="307"/>
            <ac:picMk id="18" creationId="{F995B42F-B2CD-6BA2-651C-CD702AEC266B}"/>
          </ac:picMkLst>
        </pc:picChg>
        <pc:picChg chg="add del mod">
          <ac:chgData name="Jacob Wyngaard" userId="6181fcd471e98458" providerId="LiveId" clId="{788BA123-62C9-4DDC-86E5-A6BCA4600216}" dt="2026-01-26T04:37:40.924" v="2010" actId="478"/>
          <ac:picMkLst>
            <pc:docMk/>
            <pc:sldMk cId="4284275752" sldId="307"/>
            <ac:picMk id="20" creationId="{6A11BD56-7276-FC48-3EB3-CA316D533B34}"/>
          </ac:picMkLst>
        </pc:picChg>
        <pc:picChg chg="add mod modCrop">
          <ac:chgData name="Jacob Wyngaard" userId="6181fcd471e98458" providerId="LiveId" clId="{788BA123-62C9-4DDC-86E5-A6BCA4600216}" dt="2026-01-26T04:39:32.623" v="2058" actId="1038"/>
          <ac:picMkLst>
            <pc:docMk/>
            <pc:sldMk cId="4284275752" sldId="307"/>
            <ac:picMk id="21" creationId="{5843A740-4747-3922-C4C0-D4AA9B246C23}"/>
          </ac:picMkLst>
        </pc:picChg>
      </pc:sldChg>
      <pc:sldChg chg="addSp delSp modSp add mod">
        <pc:chgData name="Jacob Wyngaard" userId="6181fcd471e98458" providerId="LiveId" clId="{788BA123-62C9-4DDC-86E5-A6BCA4600216}" dt="2026-01-26T04:36:51.164" v="2000" actId="1076"/>
        <pc:sldMkLst>
          <pc:docMk/>
          <pc:sldMk cId="2900248105" sldId="308"/>
        </pc:sldMkLst>
        <pc:spChg chg="mod">
          <ac:chgData name="Jacob Wyngaard" userId="6181fcd471e98458" providerId="LiveId" clId="{788BA123-62C9-4DDC-86E5-A6BCA4600216}" dt="2026-01-26T04:35:16.122" v="1916" actId="1076"/>
          <ac:spMkLst>
            <pc:docMk/>
            <pc:sldMk cId="2900248105" sldId="308"/>
            <ac:spMk id="2" creationId="{97F27F6F-73E7-C4E8-4DF0-69E6A755E9C5}"/>
          </ac:spMkLst>
        </pc:spChg>
        <pc:spChg chg="add mod">
          <ac:chgData name="Jacob Wyngaard" userId="6181fcd471e98458" providerId="LiveId" clId="{788BA123-62C9-4DDC-86E5-A6BCA4600216}" dt="2026-01-26T04:34:55.476" v="1907" actId="20577"/>
          <ac:spMkLst>
            <pc:docMk/>
            <pc:sldMk cId="2900248105" sldId="308"/>
            <ac:spMk id="4" creationId="{EC382335-AA3B-F08B-44B4-2F26226590CF}"/>
          </ac:spMkLst>
        </pc:spChg>
        <pc:spChg chg="add mod">
          <ac:chgData name="Jacob Wyngaard" userId="6181fcd471e98458" providerId="LiveId" clId="{788BA123-62C9-4DDC-86E5-A6BCA4600216}" dt="2026-01-26T04:36:03.290" v="1964" actId="1076"/>
          <ac:spMkLst>
            <pc:docMk/>
            <pc:sldMk cId="2900248105" sldId="308"/>
            <ac:spMk id="5" creationId="{3E9A7742-4FFB-2740-9883-05F11C81C0CC}"/>
          </ac:spMkLst>
        </pc:spChg>
        <pc:spChg chg="del">
          <ac:chgData name="Jacob Wyngaard" userId="6181fcd471e98458" providerId="LiveId" clId="{788BA123-62C9-4DDC-86E5-A6BCA4600216}" dt="2026-01-26T04:34:51.165" v="1894" actId="478"/>
          <ac:spMkLst>
            <pc:docMk/>
            <pc:sldMk cId="2900248105" sldId="308"/>
            <ac:spMk id="7" creationId="{97422283-952B-A90B-451F-7E82D012E0CD}"/>
          </ac:spMkLst>
        </pc:spChg>
        <pc:spChg chg="mod">
          <ac:chgData name="Jacob Wyngaard" userId="6181fcd471e98458" providerId="LiveId" clId="{788BA123-62C9-4DDC-86E5-A6BCA4600216}" dt="2026-01-26T04:35:57.844" v="1963" actId="20577"/>
          <ac:spMkLst>
            <pc:docMk/>
            <pc:sldMk cId="2900248105" sldId="308"/>
            <ac:spMk id="9" creationId="{69332502-1085-2805-FD53-C87CC21189B0}"/>
          </ac:spMkLst>
        </pc:spChg>
        <pc:spChg chg="add mod">
          <ac:chgData name="Jacob Wyngaard" userId="6181fcd471e98458" providerId="LiveId" clId="{788BA123-62C9-4DDC-86E5-A6BCA4600216}" dt="2026-01-26T04:36:51.164" v="2000" actId="1076"/>
          <ac:spMkLst>
            <pc:docMk/>
            <pc:sldMk cId="2900248105" sldId="308"/>
            <ac:spMk id="10" creationId="{EE17165E-CFE3-4817-E1A5-25E879880AC9}"/>
          </ac:spMkLst>
        </pc:spChg>
        <pc:picChg chg="del">
          <ac:chgData name="Jacob Wyngaard" userId="6181fcd471e98458" providerId="LiveId" clId="{788BA123-62C9-4DDC-86E5-A6BCA4600216}" dt="2026-01-26T04:36:08.795" v="1967" actId="478"/>
          <ac:picMkLst>
            <pc:docMk/>
            <pc:sldMk cId="2900248105" sldId="308"/>
            <ac:picMk id="17" creationId="{5C19629C-66BE-194E-4EF4-0C539FAFD3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DED6C-3CE8-D424-CC7B-B1BBBE854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AF5C2-AF84-CB08-F096-63D535D10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D558F-030F-735C-2D96-98FEE7D7C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CBCCA-8A5F-1DDF-31FA-77CBEDED8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8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DCE4-8E1F-074D-520A-07A276EF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1F6D7-EC1F-44E2-F47F-57F74C3AF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CBCF1-B5AD-9E2E-DC64-A4C13B16C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7E610-8F06-B550-1937-056C06FA5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97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2215-7683-246A-5265-E530ABB3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302FE-E622-7937-B1FA-7D7CF71EF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B1203-EC26-A96D-43C4-6E12614B1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AEB46-41AF-1498-16DD-3001FB9D9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41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FDD5F-084E-834A-6306-B702CDC4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0B3B9-AF3F-A6DD-C520-5DB8C681F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63A76-ACDF-E2EB-FC67-241FED717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B6FD-FC9A-EDA1-9398-289E5EEBC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7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548A5-4BB2-7B8C-98A7-B3CB2929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5E5A6-5C8F-B845-366D-6B7C3E18C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70E06-527B-5DB9-B2AE-800562F04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336AA-42F3-BB73-9F4C-FA6E8B693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31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795E-0319-4A39-6652-2DF080A4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EACC5-DA42-5D5F-5290-054D83A11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4E3E7-FF0E-3CDD-5079-E5C15B2E5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23ADD-9DBA-3440-03C2-B7D8D5543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44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60EE-1F56-4808-B963-4155F759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327DB-5919-AA47-AF8B-7BA574880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2EE26-AE01-45E4-C95A-591BD47E6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2F1B4-53F4-B12F-5687-2BE0365D0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39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F7BD2-E015-485A-EF5B-A4EFBF9E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6AAB5-0BFC-F7E3-6C56-DACF7427A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78BC1-A6E4-179A-D49C-727A68F21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DC64C-218A-6394-801B-9F73F4A34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66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1E1F-23D9-67A4-37B8-F672A4E2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12C64-41C0-6C2E-809B-A80D4BB13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CB395-A8C0-33C9-37D7-6AEC09C12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FC64F-E196-52BC-AD7A-93D21BD4F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51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EFFFB-9A28-EB7B-70DB-72428E2C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94CC1-338D-4ED2-AE47-0D48C9FCD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50B08-2DE5-2EA1-DED9-601801859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163FC-A5AF-576E-449C-7E3B3308F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71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C4FF-105F-E39E-9CA6-0BAC778D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9B7A9-EFAF-2C39-D191-C25315AE0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B6C1A-549D-5DA3-B1C5-A8F37CFAC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99A7F-2E19-8F6D-A62A-955F0EE6A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11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BC98-AD05-4825-431B-1FAB430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3E1B-C7B7-3837-533D-D7E8ECA60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CA1E3-179D-ED0F-2AC3-5CD63120E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A5AD-BA24-C21D-D82B-20E4BBC91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0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1844775" y="4476300"/>
            <a:ext cx="2406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Trig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674-EB63-8CB1-A781-43C74EE6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D957CD-E909-9DBE-97C3-242C827EC24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DD7A4-64F0-2B29-E978-6DAC9BCA10D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209B-C381-F683-2264-D243348F0B95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59FC0-8796-1ECD-C623-A630EE4D1B17}"/>
              </a:ext>
            </a:extLst>
          </p:cNvPr>
          <p:cNvSpPr txBox="1"/>
          <p:nvPr/>
        </p:nvSpPr>
        <p:spPr>
          <a:xfrm>
            <a:off x="0" y="1729684"/>
            <a:ext cx="11897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In Pre-Calculus, we learned some important trig identities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 this lecture, we will learn how to apply them to tricky integration problems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573255-1F11-85B7-6365-015AF5941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192" y="2861188"/>
            <a:ext cx="6002594" cy="400173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5AD448-0EE5-889E-BBBE-BF461FC47911}"/>
              </a:ext>
            </a:extLst>
          </p:cNvPr>
          <p:cNvCxnSpPr>
            <a:cxnSpLocks/>
          </p:cNvCxnSpPr>
          <p:nvPr/>
        </p:nvCxnSpPr>
        <p:spPr>
          <a:xfrm>
            <a:off x="2947218" y="6685937"/>
            <a:ext cx="56953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33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1957-E9B5-8212-281F-634CFD21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7C460B-08D8-9E9D-7205-28275D7A6AA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1B2507-2F85-0586-3934-E99AC495CE3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0F0CF-8E81-E9C5-0A67-BD68876FA387}"/>
              </a:ext>
            </a:extLst>
          </p:cNvPr>
          <p:cNvSpPr txBox="1"/>
          <p:nvPr/>
        </p:nvSpPr>
        <p:spPr>
          <a:xfrm>
            <a:off x="2831688" y="347571"/>
            <a:ext cx="6931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Sines and Cosines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70CDFC-A47E-59BD-0571-4E51DD183C8F}"/>
                  </a:ext>
                </a:extLst>
              </p:cNvPr>
              <p:cNvSpPr txBox="1"/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Consider the following integral: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70CDFC-A47E-59BD-0571-4E51DD183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blipFill>
                <a:blip r:embed="rId3"/>
                <a:stretch>
                  <a:fillRect t="-142353" b="-20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7ED4DD-C6C1-5C85-B99A-E1141254F75C}"/>
                  </a:ext>
                </a:extLst>
              </p:cNvPr>
              <p:cNvSpPr txBox="1"/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1.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odd, we save one cosine factor and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²(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to replace the remaining cosine terms with sine terms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7ED4DD-C6C1-5C85-B99A-E1141254F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blipFill>
                <a:blip r:embed="rId4"/>
                <a:stretch>
                  <a:fillRect t="-5147" r="-410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FBA2F3-4B28-266B-BF6C-18DE45BD2226}"/>
              </a:ext>
            </a:extLst>
          </p:cNvPr>
          <p:cNvSpPr txBox="1"/>
          <p:nvPr/>
        </p:nvSpPr>
        <p:spPr>
          <a:xfrm>
            <a:off x="0" y="3961715"/>
            <a:ext cx="2084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860FA7-A264-9FED-5824-D2D7856547C7}"/>
                  </a:ext>
                </a:extLst>
              </p:cNvPr>
              <p:cNvSpPr txBox="1"/>
              <p:nvPr/>
            </p:nvSpPr>
            <p:spPr>
              <a:xfrm>
                <a:off x="-575189" y="4778633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860FA7-A264-9FED-5824-D2D785654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189" y="4778633"/>
                <a:ext cx="12290326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9E5F95-F632-F0CC-0BE7-99B161672032}"/>
                  </a:ext>
                </a:extLst>
              </p:cNvPr>
              <p:cNvSpPr txBox="1"/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9E5F95-F632-F0CC-0BE7-99B161672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460EBF-EEBF-385A-0E17-F56E751FFF87}"/>
                  </a:ext>
                </a:extLst>
              </p:cNvPr>
              <p:cNvSpPr txBox="1"/>
              <p:nvPr/>
            </p:nvSpPr>
            <p:spPr>
              <a:xfrm>
                <a:off x="-457204" y="5839693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460EBF-EEBF-385A-0E17-F56E751FF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204" y="5839693"/>
                <a:ext cx="12290326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443CB97-C1D2-43AE-2318-CDB26BAA53AD}"/>
              </a:ext>
            </a:extLst>
          </p:cNvPr>
          <p:cNvSpPr txBox="1"/>
          <p:nvPr/>
        </p:nvSpPr>
        <p:spPr>
          <a:xfrm>
            <a:off x="-260557" y="2378519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There are </a:t>
            </a:r>
            <a:r>
              <a:rPr lang="en-US" sz="2400" b="1" dirty="0"/>
              <a:t>three</a:t>
            </a:r>
            <a:r>
              <a:rPr lang="en-US" sz="2400" dirty="0"/>
              <a:t> possible strategies</a:t>
            </a:r>
          </a:p>
        </p:txBody>
      </p:sp>
    </p:spTree>
    <p:extLst>
      <p:ext uri="{BB962C8B-B14F-4D97-AF65-F5344CB8AC3E}">
        <p14:creationId xmlns:p14="http://schemas.microsoft.com/office/powerpoint/2010/main" val="53184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55F66-46D4-5E53-B2DD-ADB005C6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DC2374-98C7-F949-6588-11DDAC8CD168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39CDA7-A1FA-1CBC-1E9F-393927C977E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7E0A4-21C4-C5C9-1E1E-9B4B44B9DF16}"/>
              </a:ext>
            </a:extLst>
          </p:cNvPr>
          <p:cNvSpPr txBox="1"/>
          <p:nvPr/>
        </p:nvSpPr>
        <p:spPr>
          <a:xfrm>
            <a:off x="2831688" y="347571"/>
            <a:ext cx="6931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Sines and Cosines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F3286-D9F7-0131-D9A1-40575ECBB49F}"/>
              </a:ext>
            </a:extLst>
          </p:cNvPr>
          <p:cNvSpPr txBox="1"/>
          <p:nvPr/>
        </p:nvSpPr>
        <p:spPr>
          <a:xfrm>
            <a:off x="-127819" y="1946621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 [Continued]: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AE586C-9DF0-C4FE-30A8-9B63DBB6ABE6}"/>
                  </a:ext>
                </a:extLst>
              </p:cNvPr>
              <p:cNvSpPr txBox="1"/>
              <p:nvPr/>
            </p:nvSpPr>
            <p:spPr>
              <a:xfrm>
                <a:off x="1858297" y="1710813"/>
                <a:ext cx="623365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AE586C-9DF0-C4FE-30A8-9B63DBB6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7" y="1710813"/>
                <a:ext cx="6233650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4D82AE-06B1-E06B-FAC7-ACF449121177}"/>
                  </a:ext>
                </a:extLst>
              </p:cNvPr>
              <p:cNvSpPr txBox="1"/>
              <p:nvPr/>
            </p:nvSpPr>
            <p:spPr>
              <a:xfrm>
                <a:off x="-1351938" y="2771873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4D82AE-06B1-E06B-FAC7-ACF449121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1938" y="2771873"/>
                <a:ext cx="12290326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BC1C6A-D4C1-0295-3F9C-CDB55364DE9C}"/>
                  </a:ext>
                </a:extLst>
              </p:cNvPr>
              <p:cNvSpPr txBox="1"/>
              <p:nvPr/>
            </p:nvSpPr>
            <p:spPr>
              <a:xfrm>
                <a:off x="0" y="4234740"/>
                <a:ext cx="5397910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BC1C6A-D4C1-0295-3F9C-CDB55364D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34740"/>
                <a:ext cx="5397910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8676F4-391A-6A4C-91F3-E8D555F79F9D}"/>
              </a:ext>
            </a:extLst>
          </p:cNvPr>
          <p:cNvSpPr txBox="1"/>
          <p:nvPr/>
        </p:nvSpPr>
        <p:spPr>
          <a:xfrm>
            <a:off x="0" y="3798764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Using U-Substitution: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2D44CC-EDC1-1E76-BB47-3C9F9E94C3EA}"/>
                  </a:ext>
                </a:extLst>
              </p:cNvPr>
              <p:cNvSpPr txBox="1"/>
              <p:nvPr/>
            </p:nvSpPr>
            <p:spPr>
              <a:xfrm>
                <a:off x="6041921" y="4211269"/>
                <a:ext cx="5397910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2D44CC-EDC1-1E76-BB47-3C9F9E94C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921" y="4211269"/>
                <a:ext cx="5397910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0E6975F-21A7-0D45-8C08-3528B0D1FD59}"/>
              </a:ext>
            </a:extLst>
          </p:cNvPr>
          <p:cNvSpPr txBox="1"/>
          <p:nvPr/>
        </p:nvSpPr>
        <p:spPr>
          <a:xfrm>
            <a:off x="5053782" y="4494646"/>
            <a:ext cx="140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78BBC4-F164-7013-DC8F-8AFECE8FB4E9}"/>
                  </a:ext>
                </a:extLst>
              </p:cNvPr>
              <p:cNvSpPr txBox="1"/>
              <p:nvPr/>
            </p:nvSpPr>
            <p:spPr>
              <a:xfrm>
                <a:off x="-963561" y="5477236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78BBC4-F164-7013-DC8F-8AFECE8FB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3561" y="5477236"/>
                <a:ext cx="12290326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79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8D1A-A24C-3886-A792-A936987D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DB2F7F-0EBF-2ACC-42C5-1F7AD465290A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2F4AF-0E25-C2DB-46CF-AC278D87A43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CDB7C-F1F8-BCA8-3A52-4777321EC469}"/>
              </a:ext>
            </a:extLst>
          </p:cNvPr>
          <p:cNvSpPr txBox="1"/>
          <p:nvPr/>
        </p:nvSpPr>
        <p:spPr>
          <a:xfrm>
            <a:off x="2831688" y="347571"/>
            <a:ext cx="6931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Sines and Cosines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B5A6DD-8D99-7602-5923-884745528164}"/>
                  </a:ext>
                </a:extLst>
              </p:cNvPr>
              <p:cNvSpPr txBox="1"/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Consider the following integral: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B5A6DD-8D99-7602-5923-884745528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blipFill>
                <a:blip r:embed="rId3"/>
                <a:stretch>
                  <a:fillRect t="-142353" b="-20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4AF9A2-DE17-6E1B-F43A-F3B4B8F85D0C}"/>
                  </a:ext>
                </a:extLst>
              </p:cNvPr>
              <p:cNvSpPr txBox="1"/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2.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is odd, we save one sine factor and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1−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to replace the remaining cosine terms with sine terms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4AF9A2-DE17-6E1B-F43A-F3B4B8F85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blipFill>
                <a:blip r:embed="rId4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FCF20A8-F488-85D2-164F-1A53C7B4D4EE}"/>
              </a:ext>
            </a:extLst>
          </p:cNvPr>
          <p:cNvSpPr txBox="1"/>
          <p:nvPr/>
        </p:nvSpPr>
        <p:spPr>
          <a:xfrm>
            <a:off x="0" y="3961715"/>
            <a:ext cx="2084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9D3F57-55DD-1C5C-D3A5-BE70964972BD}"/>
                  </a:ext>
                </a:extLst>
              </p:cNvPr>
              <p:cNvSpPr txBox="1"/>
              <p:nvPr/>
            </p:nvSpPr>
            <p:spPr>
              <a:xfrm>
                <a:off x="-575189" y="4778633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9D3F57-55DD-1C5C-D3A5-BE7096497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189" y="4778633"/>
                <a:ext cx="12290326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23E739-F101-7712-1373-E39A08D003CB}"/>
                  </a:ext>
                </a:extLst>
              </p:cNvPr>
              <p:cNvSpPr txBox="1"/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23E739-F101-7712-1373-E39A08D00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9B8582-7DAE-17C1-9547-D229727D7EA5}"/>
                  </a:ext>
                </a:extLst>
              </p:cNvPr>
              <p:cNvSpPr txBox="1"/>
              <p:nvPr/>
            </p:nvSpPr>
            <p:spPr>
              <a:xfrm>
                <a:off x="-457204" y="5839693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9B8582-7DAE-17C1-9547-D229727D7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204" y="5839693"/>
                <a:ext cx="12290326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AEC388F-7C00-1A96-FD05-B76A16053C1D}"/>
              </a:ext>
            </a:extLst>
          </p:cNvPr>
          <p:cNvSpPr txBox="1"/>
          <p:nvPr/>
        </p:nvSpPr>
        <p:spPr>
          <a:xfrm>
            <a:off x="-260557" y="2378519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There are </a:t>
            </a:r>
            <a:r>
              <a:rPr lang="en-US" sz="2400" b="1" dirty="0"/>
              <a:t>three</a:t>
            </a:r>
            <a:r>
              <a:rPr lang="en-US" sz="2400" dirty="0"/>
              <a:t> possible strategies</a:t>
            </a:r>
          </a:p>
        </p:txBody>
      </p:sp>
    </p:spTree>
    <p:extLst>
      <p:ext uri="{BB962C8B-B14F-4D97-AF65-F5344CB8AC3E}">
        <p14:creationId xmlns:p14="http://schemas.microsoft.com/office/powerpoint/2010/main" val="236398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F879-05C5-7101-1573-19C02E86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378606-7694-8C1F-BC4A-59FF3A9A935A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DCD1E-4A8F-4738-768F-26E0782FE8A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340A3-E6E2-C38A-AA3C-03B111BAE2E1}"/>
              </a:ext>
            </a:extLst>
          </p:cNvPr>
          <p:cNvSpPr txBox="1"/>
          <p:nvPr/>
        </p:nvSpPr>
        <p:spPr>
          <a:xfrm>
            <a:off x="2831688" y="347571"/>
            <a:ext cx="6931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Sines and Cosines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4E1CA-6372-945F-A1BF-C2FF9A907202}"/>
              </a:ext>
            </a:extLst>
          </p:cNvPr>
          <p:cNvSpPr txBox="1"/>
          <p:nvPr/>
        </p:nvSpPr>
        <p:spPr>
          <a:xfrm>
            <a:off x="-127819" y="1946621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 [Continued]: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E4C6CD-916B-0CA4-4077-8C6B4BC92C0A}"/>
                  </a:ext>
                </a:extLst>
              </p:cNvPr>
              <p:cNvSpPr txBox="1"/>
              <p:nvPr/>
            </p:nvSpPr>
            <p:spPr>
              <a:xfrm>
                <a:off x="1858297" y="1710813"/>
                <a:ext cx="623365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E4C6CD-916B-0CA4-4077-8C6B4BC9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7" y="1710813"/>
                <a:ext cx="6233650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F74C87-7C1C-D9C7-4745-625546206F08}"/>
                  </a:ext>
                </a:extLst>
              </p:cNvPr>
              <p:cNvSpPr txBox="1"/>
              <p:nvPr/>
            </p:nvSpPr>
            <p:spPr>
              <a:xfrm>
                <a:off x="-1351938" y="2771873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F74C87-7C1C-D9C7-4745-625546206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1938" y="2771873"/>
                <a:ext cx="12290326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E3168D-219C-CD41-0391-CC2B97C84908}"/>
                  </a:ext>
                </a:extLst>
              </p:cNvPr>
              <p:cNvSpPr txBox="1"/>
              <p:nvPr/>
            </p:nvSpPr>
            <p:spPr>
              <a:xfrm>
                <a:off x="0" y="4234740"/>
                <a:ext cx="572237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E3168D-219C-CD41-0391-CC2B97C84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34740"/>
                <a:ext cx="5722374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697868D-E78F-60FF-6DBA-CE21EAF4E53C}"/>
              </a:ext>
            </a:extLst>
          </p:cNvPr>
          <p:cNvSpPr txBox="1"/>
          <p:nvPr/>
        </p:nvSpPr>
        <p:spPr>
          <a:xfrm>
            <a:off x="0" y="3798764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Using U-Substitution: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0DF2B-DFF4-8321-41F1-F28A49FD402E}"/>
                  </a:ext>
                </a:extLst>
              </p:cNvPr>
              <p:cNvSpPr txBox="1"/>
              <p:nvPr/>
            </p:nvSpPr>
            <p:spPr>
              <a:xfrm>
                <a:off x="6041921" y="4211269"/>
                <a:ext cx="556014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0DF2B-DFF4-8321-41F1-F28A49FD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921" y="4211269"/>
                <a:ext cx="5560144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C0C266F-70C3-A9A1-C85A-7ED77CCB6D37}"/>
              </a:ext>
            </a:extLst>
          </p:cNvPr>
          <p:cNvSpPr txBox="1"/>
          <p:nvPr/>
        </p:nvSpPr>
        <p:spPr>
          <a:xfrm>
            <a:off x="5053782" y="4494646"/>
            <a:ext cx="140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B6880E-1F99-7BA5-2C62-D99CE57EFCEB}"/>
                  </a:ext>
                </a:extLst>
              </p:cNvPr>
              <p:cNvSpPr txBox="1"/>
              <p:nvPr/>
            </p:nvSpPr>
            <p:spPr>
              <a:xfrm>
                <a:off x="-963561" y="5477236"/>
                <a:ext cx="12290326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B6880E-1F99-7BA5-2C62-D99CE57EF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3561" y="5477236"/>
                <a:ext cx="12290326" cy="1087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75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FB0D-A3B6-BDB1-F2CB-C4AC7E83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20BDA-E966-9F30-AAA7-405600E1B9E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F21818-8D87-377C-470E-A6EDF509952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DE983-2C9C-B224-C4C8-F14D9BAAD5C0}"/>
              </a:ext>
            </a:extLst>
          </p:cNvPr>
          <p:cNvSpPr txBox="1"/>
          <p:nvPr/>
        </p:nvSpPr>
        <p:spPr>
          <a:xfrm>
            <a:off x="2831688" y="347571"/>
            <a:ext cx="6931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Sines and Cosines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1B320D-A8AF-EAF0-4AF5-A5832D307BB2}"/>
                  </a:ext>
                </a:extLst>
              </p:cNvPr>
              <p:cNvSpPr txBox="1"/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Consider the following integral: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1B320D-A8AF-EAF0-4AF5-A5832D307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blipFill>
                <a:blip r:embed="rId3"/>
                <a:stretch>
                  <a:fillRect t="-142353" b="-20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4309B0-81CD-D561-71BB-D9A3DDD111B6}"/>
                  </a:ext>
                </a:extLst>
              </p:cNvPr>
              <p:cNvSpPr txBox="1"/>
              <p:nvPr/>
            </p:nvSpPr>
            <p:spPr>
              <a:xfrm>
                <a:off x="-260557" y="2930013"/>
                <a:ext cx="11897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3.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are even, we need to use the half-angle identity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4309B0-81CD-D561-71BB-D9A3DDD11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2930013"/>
                <a:ext cx="11897032" cy="461665"/>
              </a:xfrm>
              <a:prstGeom prst="rect">
                <a:avLst/>
              </a:prstGeom>
              <a:blipFill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5341DA0-2830-15CF-B521-7C27370D7E52}"/>
              </a:ext>
            </a:extLst>
          </p:cNvPr>
          <p:cNvSpPr txBox="1"/>
          <p:nvPr/>
        </p:nvSpPr>
        <p:spPr>
          <a:xfrm>
            <a:off x="-260557" y="2378519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There are </a:t>
            </a:r>
            <a:r>
              <a:rPr lang="en-US" sz="2400" b="1" dirty="0"/>
              <a:t>three</a:t>
            </a:r>
            <a:r>
              <a:rPr lang="en-US" sz="2400" dirty="0"/>
              <a:t> possible strategies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79D229-E298-D6E5-CEE8-1A4FC6974420}"/>
              </a:ext>
            </a:extLst>
          </p:cNvPr>
          <p:cNvSpPr txBox="1"/>
          <p:nvPr/>
        </p:nvSpPr>
        <p:spPr>
          <a:xfrm>
            <a:off x="-334297" y="4780551"/>
            <a:ext cx="2084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D2D705-91F7-4A67-C4E8-D39C87C2770A}"/>
                  </a:ext>
                </a:extLst>
              </p:cNvPr>
              <p:cNvSpPr txBox="1"/>
              <p:nvPr/>
            </p:nvSpPr>
            <p:spPr>
              <a:xfrm>
                <a:off x="1533832" y="4536409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D2D705-91F7-4A67-C4E8-D39C87C27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832" y="4536409"/>
                <a:ext cx="3028334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2803A3-F473-7D9E-FC76-B0F177C967A0}"/>
                  </a:ext>
                </a:extLst>
              </p:cNvPr>
              <p:cNvSpPr txBox="1"/>
              <p:nvPr/>
            </p:nvSpPr>
            <p:spPr>
              <a:xfrm>
                <a:off x="19664" y="5597469"/>
                <a:ext cx="10422193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2803A3-F473-7D9E-FC76-B0F177C96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" y="5597469"/>
                <a:ext cx="10422193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BA4586-3DE3-B782-2566-F6564D1831EF}"/>
                  </a:ext>
                </a:extLst>
              </p:cNvPr>
              <p:cNvSpPr txBox="1"/>
              <p:nvPr/>
            </p:nvSpPr>
            <p:spPr>
              <a:xfrm>
                <a:off x="218766" y="3515112"/>
                <a:ext cx="4677699" cy="91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BA4586-3DE3-B782-2566-F6564D183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66" y="3515112"/>
                <a:ext cx="4677699" cy="910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07C9E4-899D-A40E-14C4-00CAE7A80A9A}"/>
                  </a:ext>
                </a:extLst>
              </p:cNvPr>
              <p:cNvSpPr txBox="1"/>
              <p:nvPr/>
            </p:nvSpPr>
            <p:spPr>
              <a:xfrm>
                <a:off x="4245076" y="3487986"/>
                <a:ext cx="4677699" cy="91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07C9E4-899D-A40E-14C4-00CAE7A80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076" y="3487986"/>
                <a:ext cx="4677699" cy="910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59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8CF6-EEA9-88C8-AD92-032C92B3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C84E6A-8550-A543-6544-DE9A265AC38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F3265F-EDD8-B3A7-7CC3-F7EFEBBE7FC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6CF65-E9BE-5C95-3EED-1393F04DA175}"/>
              </a:ext>
            </a:extLst>
          </p:cNvPr>
          <p:cNvSpPr txBox="1"/>
          <p:nvPr/>
        </p:nvSpPr>
        <p:spPr>
          <a:xfrm>
            <a:off x="2831688" y="347571"/>
            <a:ext cx="6931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Sines and Cosines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D840CF-9E68-60B6-9EF2-650C7CEFA208}"/>
                  </a:ext>
                </a:extLst>
              </p:cNvPr>
              <p:cNvSpPr txBox="1"/>
              <p:nvPr/>
            </p:nvSpPr>
            <p:spPr>
              <a:xfrm>
                <a:off x="3372465" y="171081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D840CF-9E68-60B6-9EF2-650C7CEFA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65" y="1710813"/>
                <a:ext cx="3028334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9680F-6489-51C2-23F0-68F53B60D781}"/>
                  </a:ext>
                </a:extLst>
              </p:cNvPr>
              <p:cNvSpPr txBox="1"/>
              <p:nvPr/>
            </p:nvSpPr>
            <p:spPr>
              <a:xfrm>
                <a:off x="88488" y="2722957"/>
                <a:ext cx="6312311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9680F-6489-51C2-23F0-68F53B60D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" y="2722957"/>
                <a:ext cx="6312311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AB6B794-FBDA-F71C-68AC-17D584A7872F}"/>
              </a:ext>
            </a:extLst>
          </p:cNvPr>
          <p:cNvSpPr txBox="1"/>
          <p:nvPr/>
        </p:nvSpPr>
        <p:spPr>
          <a:xfrm>
            <a:off x="-127819" y="1946621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 [Continued]: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184BD1-7B03-FE04-3AC1-97D8DA3E237D}"/>
                  </a:ext>
                </a:extLst>
              </p:cNvPr>
              <p:cNvSpPr txBox="1"/>
              <p:nvPr/>
            </p:nvSpPr>
            <p:spPr>
              <a:xfrm>
                <a:off x="297423" y="3864585"/>
                <a:ext cx="8040331" cy="63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0" dirty="0"/>
                  <a:t>By the Half-Angle Formula: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⁡(4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184BD1-7B03-FE04-3AC1-97D8DA3E2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23" y="3864585"/>
                <a:ext cx="8040331" cy="631070"/>
              </a:xfrm>
              <a:prstGeom prst="rect">
                <a:avLst/>
              </a:prstGeom>
              <a:blipFill>
                <a:blip r:embed="rId5"/>
                <a:stretch>
                  <a:fillRect l="-1213" b="-10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B935FA-77F6-59F6-43E8-4F4A0AAB60BF}"/>
                  </a:ext>
                </a:extLst>
              </p:cNvPr>
              <p:cNvSpPr txBox="1"/>
              <p:nvPr/>
            </p:nvSpPr>
            <p:spPr>
              <a:xfrm>
                <a:off x="-14752" y="4616657"/>
                <a:ext cx="6312311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B935FA-77F6-59F6-43E8-4F4A0AAB6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52" y="4616657"/>
                <a:ext cx="6312311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11CAF4-7D54-BA68-E464-AC5EB052377C}"/>
                  </a:ext>
                </a:extLst>
              </p:cNvPr>
              <p:cNvSpPr txBox="1"/>
              <p:nvPr/>
            </p:nvSpPr>
            <p:spPr>
              <a:xfrm>
                <a:off x="-324468" y="5798719"/>
                <a:ext cx="6312311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11CAF4-7D54-BA68-E464-AC5EB0523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468" y="5798719"/>
                <a:ext cx="6312311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818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F907-E769-E8E8-583A-02CBAC9F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DF35A3-6244-383C-7E3A-798911C1DB7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1B58C5-F370-7F5B-9CA8-78C56C56724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6375B-EE95-4E56-EBB6-F846AD52EDF8}"/>
              </a:ext>
            </a:extLst>
          </p:cNvPr>
          <p:cNvSpPr txBox="1"/>
          <p:nvPr/>
        </p:nvSpPr>
        <p:spPr>
          <a:xfrm>
            <a:off x="2492475" y="363341"/>
            <a:ext cx="801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Tangents and Secants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3B5FEE-AB8E-EF2F-4B07-E4B7752669F1}"/>
                  </a:ext>
                </a:extLst>
              </p:cNvPr>
              <p:cNvSpPr txBox="1"/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Consider the following integral: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3B5FEE-AB8E-EF2F-4B07-E4B775266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blipFill>
                <a:blip r:embed="rId3"/>
                <a:stretch>
                  <a:fillRect t="-142353" b="-20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FACBAB-63EB-2D04-3706-D44C98A53187}"/>
                  </a:ext>
                </a:extLst>
              </p:cNvPr>
              <p:cNvSpPr txBox="1"/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1.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odd, we save factor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i="0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ec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to replace the remaining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terms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FACBAB-63EB-2D04-3706-D44C98A53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blipFill>
                <a:blip r:embed="rId4"/>
                <a:stretch>
                  <a:fillRect t="-5147" r="-1332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2FFC30-805E-9F1F-8D5E-068E5D632557}"/>
              </a:ext>
            </a:extLst>
          </p:cNvPr>
          <p:cNvSpPr txBox="1"/>
          <p:nvPr/>
        </p:nvSpPr>
        <p:spPr>
          <a:xfrm>
            <a:off x="-260557" y="2378519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There are </a:t>
            </a:r>
            <a:r>
              <a:rPr lang="en-US" sz="2400" b="1" dirty="0"/>
              <a:t>two</a:t>
            </a:r>
            <a:r>
              <a:rPr lang="en-US" sz="2400" dirty="0"/>
              <a:t> possible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E8F82-5D89-6128-20D4-4866085419D6}"/>
              </a:ext>
            </a:extLst>
          </p:cNvPr>
          <p:cNvSpPr txBox="1"/>
          <p:nvPr/>
        </p:nvSpPr>
        <p:spPr>
          <a:xfrm>
            <a:off x="0" y="3961715"/>
            <a:ext cx="2084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C7E3CA-ABF6-2D27-77E1-F16B0FD749E4}"/>
                  </a:ext>
                </a:extLst>
              </p:cNvPr>
              <p:cNvSpPr txBox="1"/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C7E3CA-ABF6-2D27-77E1-F16B0FD74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9519C9-EA48-179E-A742-7EA2267B87F2}"/>
                  </a:ext>
                </a:extLst>
              </p:cNvPr>
              <p:cNvSpPr txBox="1"/>
              <p:nvPr/>
            </p:nvSpPr>
            <p:spPr>
              <a:xfrm>
                <a:off x="1602658" y="4624085"/>
                <a:ext cx="7993625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9519C9-EA48-179E-A742-7EA2267B8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58" y="4624085"/>
                <a:ext cx="7993625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CC040-14AB-BAE6-7697-0D81E3411FCA}"/>
                  </a:ext>
                </a:extLst>
              </p:cNvPr>
              <p:cNvSpPr txBox="1"/>
              <p:nvPr/>
            </p:nvSpPr>
            <p:spPr>
              <a:xfrm>
                <a:off x="727586" y="5487160"/>
                <a:ext cx="1031404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tan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sec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CC040-14AB-BAE6-7697-0D81E3411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86" y="5487160"/>
                <a:ext cx="10314040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4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A0DB-7E39-25B7-D425-C20158B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13746A-0C19-E858-F0CA-1013D4B4AA6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51FE1B-5D8F-1EC9-6F43-703D69F0883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41F03-C41D-24F2-9148-2B483D0AE383}"/>
              </a:ext>
            </a:extLst>
          </p:cNvPr>
          <p:cNvSpPr txBox="1"/>
          <p:nvPr/>
        </p:nvSpPr>
        <p:spPr>
          <a:xfrm>
            <a:off x="-127819" y="1946621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 [Continued]: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D523FE-86D9-C3BF-8D4D-E1D034F3FC5D}"/>
                  </a:ext>
                </a:extLst>
              </p:cNvPr>
              <p:cNvSpPr txBox="1"/>
              <p:nvPr/>
            </p:nvSpPr>
            <p:spPr>
              <a:xfrm>
                <a:off x="-791499" y="2644094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d>
                                    <m:dPr>
                                      <m:ctrl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D523FE-86D9-C3BF-8D4D-E1D034F3F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1499" y="2644094"/>
                <a:ext cx="12290326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7B343B-42E0-E91B-723E-908B1B13635E}"/>
                  </a:ext>
                </a:extLst>
              </p:cNvPr>
              <p:cNvSpPr txBox="1"/>
              <p:nvPr/>
            </p:nvSpPr>
            <p:spPr>
              <a:xfrm>
                <a:off x="-436307" y="4553104"/>
                <a:ext cx="6666271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tan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7B343B-42E0-E91B-723E-908B1B13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6307" y="4553104"/>
                <a:ext cx="6666271" cy="1087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59ED0-4026-8E70-3CF9-A898FAB3A0F7}"/>
                  </a:ext>
                </a:extLst>
              </p:cNvPr>
              <p:cNvSpPr txBox="1"/>
              <p:nvPr/>
            </p:nvSpPr>
            <p:spPr>
              <a:xfrm>
                <a:off x="0" y="3798764"/>
                <a:ext cx="7855974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Using U-Substitution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59ED0-4026-8E70-3CF9-A898FAB3A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98764"/>
                <a:ext cx="7855974" cy="624273"/>
              </a:xfrm>
              <a:prstGeom prst="rect">
                <a:avLst/>
              </a:prstGeom>
              <a:blipFill>
                <a:blip r:embed="rId5"/>
                <a:stretch>
                  <a:fillRect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88077A-2259-06B9-BD48-940554552C57}"/>
                  </a:ext>
                </a:extLst>
              </p:cNvPr>
              <p:cNvSpPr txBox="1"/>
              <p:nvPr/>
            </p:nvSpPr>
            <p:spPr>
              <a:xfrm>
                <a:off x="6096000" y="4553104"/>
                <a:ext cx="6582698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88077A-2259-06B9-BD48-940554552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53104"/>
                <a:ext cx="6582698" cy="1087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7A13AFD-7B5B-9B5B-9B41-072C9D665DE0}"/>
              </a:ext>
            </a:extLst>
          </p:cNvPr>
          <p:cNvSpPr txBox="1"/>
          <p:nvPr/>
        </p:nvSpPr>
        <p:spPr>
          <a:xfrm>
            <a:off x="5392994" y="4798910"/>
            <a:ext cx="140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6B6538-578E-861B-E9E6-87EA8D7A6FB2}"/>
                  </a:ext>
                </a:extLst>
              </p:cNvPr>
              <p:cNvSpPr txBox="1"/>
              <p:nvPr/>
            </p:nvSpPr>
            <p:spPr>
              <a:xfrm>
                <a:off x="-1049595" y="5770585"/>
                <a:ext cx="12290326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6B6538-578E-861B-E9E6-87EA8D7A6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9595" y="5770585"/>
                <a:ext cx="12290326" cy="1087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0AFAFC-F25B-5CCF-AF63-47B90CCCEBA2}"/>
                  </a:ext>
                </a:extLst>
              </p:cNvPr>
              <p:cNvSpPr txBox="1"/>
              <p:nvPr/>
            </p:nvSpPr>
            <p:spPr>
              <a:xfrm>
                <a:off x="3279058" y="171081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0AFAFC-F25B-5CCF-AF63-47B90CCCE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58" y="1710813"/>
                <a:ext cx="3028334" cy="10610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1F98AA-5C34-DE63-3057-E98184CE9156}"/>
              </a:ext>
            </a:extLst>
          </p:cNvPr>
          <p:cNvSpPr txBox="1"/>
          <p:nvPr/>
        </p:nvSpPr>
        <p:spPr>
          <a:xfrm>
            <a:off x="2492475" y="363341"/>
            <a:ext cx="801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Tangents and Secants</a:t>
            </a:r>
          </a:p>
        </p:txBody>
      </p:sp>
    </p:spTree>
    <p:extLst>
      <p:ext uri="{BB962C8B-B14F-4D97-AF65-F5344CB8AC3E}">
        <p14:creationId xmlns:p14="http://schemas.microsoft.com/office/powerpoint/2010/main" val="315654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C1FD9-9425-25F4-5F32-0DB61B1E3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11269D-672A-C747-D20A-0F78BDB5EF3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ECF7B1-203B-9365-8086-B7B3C9001CC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98864-32C8-5D6F-CF26-14AE6EBD421E}"/>
              </a:ext>
            </a:extLst>
          </p:cNvPr>
          <p:cNvSpPr txBox="1"/>
          <p:nvPr/>
        </p:nvSpPr>
        <p:spPr>
          <a:xfrm>
            <a:off x="2492475" y="363341"/>
            <a:ext cx="801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Tangents and Secants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BD5F17-4351-56F5-600E-62C8035B64EC}"/>
                  </a:ext>
                </a:extLst>
              </p:cNvPr>
              <p:cNvSpPr txBox="1"/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Consider the following integral: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BD5F17-4351-56F5-600E-62C8035B6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1812577"/>
                <a:ext cx="11897032" cy="518796"/>
              </a:xfrm>
              <a:prstGeom prst="rect">
                <a:avLst/>
              </a:prstGeom>
              <a:blipFill>
                <a:blip r:embed="rId3"/>
                <a:stretch>
                  <a:fillRect t="-142353" b="-20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399D8-1991-66C7-6FD4-918F2C726A39}"/>
                  </a:ext>
                </a:extLst>
              </p:cNvPr>
              <p:cNvSpPr txBox="1"/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2.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is even, we save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ec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and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ec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to replace the remaining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terms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399D8-1991-66C7-6FD4-918F2C726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0557" y="2930013"/>
                <a:ext cx="11897032" cy="830997"/>
              </a:xfrm>
              <a:prstGeom prst="rect">
                <a:avLst/>
              </a:prstGeom>
              <a:blipFill>
                <a:blip r:embed="rId4"/>
                <a:stretch>
                  <a:fillRect t="-5147" r="-205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589125-13D7-858A-A9A6-38B29540DDD2}"/>
              </a:ext>
            </a:extLst>
          </p:cNvPr>
          <p:cNvSpPr txBox="1"/>
          <p:nvPr/>
        </p:nvSpPr>
        <p:spPr>
          <a:xfrm>
            <a:off x="-260557" y="2378519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There are </a:t>
            </a:r>
            <a:r>
              <a:rPr lang="en-US" sz="2400" b="1" dirty="0"/>
              <a:t>two</a:t>
            </a:r>
            <a:r>
              <a:rPr lang="en-US" sz="2400" dirty="0"/>
              <a:t> possible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22B3F-62DD-E5C5-44CE-702532D3F974}"/>
              </a:ext>
            </a:extLst>
          </p:cNvPr>
          <p:cNvSpPr txBox="1"/>
          <p:nvPr/>
        </p:nvSpPr>
        <p:spPr>
          <a:xfrm>
            <a:off x="0" y="3961715"/>
            <a:ext cx="2084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AE721D-21F9-AA48-126F-0E389B865F38}"/>
                  </a:ext>
                </a:extLst>
              </p:cNvPr>
              <p:cNvSpPr txBox="1"/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AE721D-21F9-AA48-126F-0E389B865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129" y="3717573"/>
                <a:ext cx="3028334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D56CA5-C6E2-F78D-AA4F-8F880354F4FA}"/>
                  </a:ext>
                </a:extLst>
              </p:cNvPr>
              <p:cNvSpPr txBox="1"/>
              <p:nvPr/>
            </p:nvSpPr>
            <p:spPr>
              <a:xfrm>
                <a:off x="1602658" y="4624085"/>
                <a:ext cx="7993625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D56CA5-C6E2-F78D-AA4F-8F880354F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58" y="4624085"/>
                <a:ext cx="7993625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335A34-EAB9-79CF-9D8A-8A47303B7592}"/>
                  </a:ext>
                </a:extLst>
              </p:cNvPr>
              <p:cNvSpPr txBox="1"/>
              <p:nvPr/>
            </p:nvSpPr>
            <p:spPr>
              <a:xfrm>
                <a:off x="727586" y="5487160"/>
                <a:ext cx="1031404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335A34-EAB9-79CF-9D8A-8A47303B7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86" y="5487160"/>
                <a:ext cx="10314040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839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8E5D-3537-E517-EEA9-D6818DEE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AB86C4-10EB-373F-515E-9D2755D2624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5F9F9-4A28-9A14-D4F1-E82D1537829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E3333-346F-306A-C554-4A2EEF349266}"/>
              </a:ext>
            </a:extLst>
          </p:cNvPr>
          <p:cNvSpPr txBox="1"/>
          <p:nvPr/>
        </p:nvSpPr>
        <p:spPr>
          <a:xfrm>
            <a:off x="-127819" y="1946621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 [Continued]: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D711F1-2D92-717F-1CDE-0CB409B0BEE6}"/>
                  </a:ext>
                </a:extLst>
              </p:cNvPr>
              <p:cNvSpPr txBox="1"/>
              <p:nvPr/>
            </p:nvSpPr>
            <p:spPr>
              <a:xfrm>
                <a:off x="-791499" y="2644094"/>
                <a:ext cx="1229032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D711F1-2D92-717F-1CDE-0CB409B0B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1499" y="2644094"/>
                <a:ext cx="12290326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890847-F06A-0B7F-059F-95405E746CB5}"/>
                  </a:ext>
                </a:extLst>
              </p:cNvPr>
              <p:cNvSpPr txBox="1"/>
              <p:nvPr/>
            </p:nvSpPr>
            <p:spPr>
              <a:xfrm>
                <a:off x="-368712" y="4553104"/>
                <a:ext cx="6666271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890847-F06A-0B7F-059F-95405E746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8712" y="4553104"/>
                <a:ext cx="6666271" cy="1087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41FA99-0D13-1791-8D85-6443162DAADF}"/>
                  </a:ext>
                </a:extLst>
              </p:cNvPr>
              <p:cNvSpPr txBox="1"/>
              <p:nvPr/>
            </p:nvSpPr>
            <p:spPr>
              <a:xfrm>
                <a:off x="0" y="3798764"/>
                <a:ext cx="7855974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Using U-Substitution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sec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41FA99-0D13-1791-8D85-6443162DA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98764"/>
                <a:ext cx="7855974" cy="624273"/>
              </a:xfrm>
              <a:prstGeom prst="rect">
                <a:avLst/>
              </a:prstGeom>
              <a:blipFill>
                <a:blip r:embed="rId5"/>
                <a:stretch>
                  <a:fillRect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19D547-6412-EAD2-FE95-E9EC6D666FEE}"/>
                  </a:ext>
                </a:extLst>
              </p:cNvPr>
              <p:cNvSpPr txBox="1"/>
              <p:nvPr/>
            </p:nvSpPr>
            <p:spPr>
              <a:xfrm>
                <a:off x="6179572" y="4513449"/>
                <a:ext cx="6582698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19D547-6412-EAD2-FE95-E9EC6D666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72" y="4513449"/>
                <a:ext cx="6582698" cy="1087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46F746E-CDDA-B97F-F972-B03A1C368ED9}"/>
              </a:ext>
            </a:extLst>
          </p:cNvPr>
          <p:cNvSpPr txBox="1"/>
          <p:nvPr/>
        </p:nvSpPr>
        <p:spPr>
          <a:xfrm>
            <a:off x="5191436" y="4798910"/>
            <a:ext cx="140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DE9C40-8EB1-FEB6-3032-96475E6AA9DA}"/>
                  </a:ext>
                </a:extLst>
              </p:cNvPr>
              <p:cNvSpPr txBox="1"/>
              <p:nvPr/>
            </p:nvSpPr>
            <p:spPr>
              <a:xfrm>
                <a:off x="-1049595" y="5770585"/>
                <a:ext cx="12290326" cy="10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DE9C40-8EB1-FEB6-3032-96475E6AA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9595" y="5770585"/>
                <a:ext cx="12290326" cy="1087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84936D-51E3-3FE4-1B65-8F53D6AEB61D}"/>
                  </a:ext>
                </a:extLst>
              </p:cNvPr>
              <p:cNvSpPr txBox="1"/>
              <p:nvPr/>
            </p:nvSpPr>
            <p:spPr>
              <a:xfrm>
                <a:off x="3279058" y="1710813"/>
                <a:ext cx="30283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84936D-51E3-3FE4-1B65-8F53D6AEB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58" y="1710813"/>
                <a:ext cx="3028334" cy="10610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EF2E92C-3541-6481-0ECF-FEBAFAFC2506}"/>
              </a:ext>
            </a:extLst>
          </p:cNvPr>
          <p:cNvSpPr txBox="1"/>
          <p:nvPr/>
        </p:nvSpPr>
        <p:spPr>
          <a:xfrm>
            <a:off x="2492475" y="363341"/>
            <a:ext cx="801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Powers of Tangents and Secants</a:t>
            </a:r>
          </a:p>
        </p:txBody>
      </p:sp>
    </p:spTree>
    <p:extLst>
      <p:ext uri="{BB962C8B-B14F-4D97-AF65-F5344CB8AC3E}">
        <p14:creationId xmlns:p14="http://schemas.microsoft.com/office/powerpoint/2010/main" val="3650193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27BE-59EC-9335-5BF1-4F3225B1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763C19-7C6B-2F50-793C-1CC2AFE17096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06C27-41A1-9506-3413-852B6E66A84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0219C-A70D-F998-0122-8F89C780F38A}"/>
              </a:ext>
            </a:extLst>
          </p:cNvPr>
          <p:cNvSpPr txBox="1"/>
          <p:nvPr/>
        </p:nvSpPr>
        <p:spPr>
          <a:xfrm>
            <a:off x="-290051" y="1903955"/>
            <a:ext cx="7855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Consider the following integrals: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98333D-00D7-95FF-06A2-95572A26C84B}"/>
                  </a:ext>
                </a:extLst>
              </p:cNvPr>
              <p:cNvSpPr txBox="1"/>
              <p:nvPr/>
            </p:nvSpPr>
            <p:spPr>
              <a:xfrm>
                <a:off x="412957" y="2304896"/>
                <a:ext cx="1096297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98333D-00D7-95FF-06A2-95572A26C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7" y="2304896"/>
                <a:ext cx="10962970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9F5FC27-B513-9289-26E9-125B0188B92D}"/>
              </a:ext>
            </a:extLst>
          </p:cNvPr>
          <p:cNvSpPr txBox="1"/>
          <p:nvPr/>
        </p:nvSpPr>
        <p:spPr>
          <a:xfrm>
            <a:off x="2590801" y="411987"/>
            <a:ext cx="801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Products of Sines/Cosines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2FF51-F9FA-76F6-A5ED-C4806283A5DA}"/>
              </a:ext>
            </a:extLst>
          </p:cNvPr>
          <p:cNvSpPr txBox="1"/>
          <p:nvPr/>
        </p:nvSpPr>
        <p:spPr>
          <a:xfrm>
            <a:off x="-290051" y="3429000"/>
            <a:ext cx="887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To solve these, we need the following trigonometric identities: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95B42F-B2CD-6BA2-651C-CD702AEC26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395" r="66474" b="27101"/>
          <a:stretch>
            <a:fillRect/>
          </a:stretch>
        </p:blipFill>
        <p:spPr>
          <a:xfrm>
            <a:off x="2084437" y="4071696"/>
            <a:ext cx="1641989" cy="20734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43A740-4747-3922-C4C0-D4AA9B246C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56" t="9395" b="27101"/>
          <a:stretch>
            <a:fillRect/>
          </a:stretch>
        </p:blipFill>
        <p:spPr>
          <a:xfrm>
            <a:off x="4439263" y="4071695"/>
            <a:ext cx="3185656" cy="207346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A09FF7C-D2A8-5D34-9709-2D407F27D4FA}"/>
              </a:ext>
            </a:extLst>
          </p:cNvPr>
          <p:cNvSpPr/>
          <p:nvPr/>
        </p:nvSpPr>
        <p:spPr>
          <a:xfrm>
            <a:off x="3667431" y="4882286"/>
            <a:ext cx="747251" cy="1621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B3368D-2549-CC8F-684C-70125BA83678}"/>
                  </a:ext>
                </a:extLst>
              </p:cNvPr>
              <p:cNvSpPr txBox="1"/>
              <p:nvPr/>
            </p:nvSpPr>
            <p:spPr>
              <a:xfrm>
                <a:off x="3895184" y="4172911"/>
                <a:ext cx="2917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B3368D-2549-CC8F-684C-70125BA83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184" y="4172911"/>
                <a:ext cx="291747" cy="369332"/>
              </a:xfrm>
              <a:prstGeom prst="rect">
                <a:avLst/>
              </a:prstGeom>
              <a:blipFill>
                <a:blip r:embed="rId5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7921FF-1E3D-CD51-5B16-0481CDAEB701}"/>
                  </a:ext>
                </a:extLst>
              </p:cNvPr>
              <p:cNvSpPr txBox="1"/>
              <p:nvPr/>
            </p:nvSpPr>
            <p:spPr>
              <a:xfrm>
                <a:off x="3897642" y="4882286"/>
                <a:ext cx="2917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7921FF-1E3D-CD51-5B16-0481CDAEB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642" y="4882286"/>
                <a:ext cx="291747" cy="369332"/>
              </a:xfrm>
              <a:prstGeom prst="rect">
                <a:avLst/>
              </a:prstGeom>
              <a:blipFill>
                <a:blip r:embed="rId6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2D2F7C-5CF0-2CDE-54B0-433F739FEA47}"/>
                  </a:ext>
                </a:extLst>
              </p:cNvPr>
              <p:cNvSpPr txBox="1"/>
              <p:nvPr/>
            </p:nvSpPr>
            <p:spPr>
              <a:xfrm>
                <a:off x="3895182" y="5591661"/>
                <a:ext cx="2917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2D2F7C-5CF0-2CDE-54B0-433F739FE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182" y="5591661"/>
                <a:ext cx="291747" cy="369332"/>
              </a:xfrm>
              <a:prstGeom prst="rect">
                <a:avLst/>
              </a:prstGeom>
              <a:blipFill>
                <a:blip r:embed="rId7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27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A632-FDE7-E364-7C00-5E6503EF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637D79-E224-B3E2-D276-BE8A0A332E7E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3C9A0C-55E6-0E47-CFB5-00995553E0B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F27F6F-73E7-C4E8-4DF0-69E6A755E9C5}"/>
                  </a:ext>
                </a:extLst>
              </p:cNvPr>
              <p:cNvSpPr txBox="1"/>
              <p:nvPr/>
            </p:nvSpPr>
            <p:spPr>
              <a:xfrm>
                <a:off x="1705897" y="1735297"/>
                <a:ext cx="305783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F27F6F-73E7-C4E8-4DF0-69E6A755E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897" y="1735297"/>
                <a:ext cx="3057830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BE3AB63-741E-7985-34EA-0D30F14F8153}"/>
              </a:ext>
            </a:extLst>
          </p:cNvPr>
          <p:cNvSpPr txBox="1"/>
          <p:nvPr/>
        </p:nvSpPr>
        <p:spPr>
          <a:xfrm>
            <a:off x="2590801" y="411987"/>
            <a:ext cx="801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Products of Sines/Cosines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32502-1085-2805-FD53-C87CC21189B0}"/>
              </a:ext>
            </a:extLst>
          </p:cNvPr>
          <p:cNvSpPr txBox="1"/>
          <p:nvPr/>
        </p:nvSpPr>
        <p:spPr>
          <a:xfrm>
            <a:off x="-127819" y="2714154"/>
            <a:ext cx="887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By the provided trigonometric identities: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82335-AA3B-F08B-44B4-2F26226590CF}"/>
              </a:ext>
            </a:extLst>
          </p:cNvPr>
          <p:cNvSpPr txBox="1"/>
          <p:nvPr/>
        </p:nvSpPr>
        <p:spPr>
          <a:xfrm>
            <a:off x="-127819" y="1946621"/>
            <a:ext cx="366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9A7742-4FFB-2740-9883-05F11C81C0CC}"/>
                  </a:ext>
                </a:extLst>
              </p:cNvPr>
              <p:cNvSpPr txBox="1"/>
              <p:nvPr/>
            </p:nvSpPr>
            <p:spPr>
              <a:xfrm>
                <a:off x="5476568" y="2538111"/>
                <a:ext cx="5889522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9A7742-4FFB-2740-9883-05F11C81C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568" y="2538111"/>
                <a:ext cx="5889522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17165E-CFE3-4817-E1A5-25E879880AC9}"/>
                  </a:ext>
                </a:extLst>
              </p:cNvPr>
              <p:cNvSpPr txBox="1"/>
              <p:nvPr/>
            </p:nvSpPr>
            <p:spPr>
              <a:xfrm>
                <a:off x="176982" y="3497958"/>
                <a:ext cx="11189108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⁡(5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17165E-CFE3-4817-E1A5-25E879880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82" y="3497958"/>
                <a:ext cx="11189108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248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576</Words>
  <Application>Microsoft Office PowerPoint</Application>
  <PresentationFormat>Widescreen</PresentationFormat>
  <Paragraphs>119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5</cp:revision>
  <cp:lastPrinted>2025-08-21T02:00:35Z</cp:lastPrinted>
  <dcterms:created xsi:type="dcterms:W3CDTF">2025-08-20T23:47:39Z</dcterms:created>
  <dcterms:modified xsi:type="dcterms:W3CDTF">2026-01-26T04:43:09Z</dcterms:modified>
</cp:coreProperties>
</file>